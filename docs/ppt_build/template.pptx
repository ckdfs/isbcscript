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5">
  <p:sldMasterIdLst>
    <p:sldMasterId id="2147483648" r:id="rId1"/>
    <p:sldMasterId id="2147483652" r:id="rId3"/>
    <p:sldMasterId id="2147483656" r:id="rId4"/>
    <p:sldMasterId id="2147483661" r:id="rId5"/>
    <p:sldMasterId id="2147483667" r:id="rId6"/>
    <p:sldMasterId id="2147483671" r:id="rId7"/>
    <p:sldMasterId id="2147483674" r:id="rId8"/>
    <p:sldMasterId id="2147483678" r:id="rId9"/>
    <p:sldMasterId id="2147483690" r:id="rId10"/>
  </p:sldMasterIdLst>
  <p:notesMasterIdLst>
    <p:notesMasterId r:id="rId14"/>
  </p:notesMasterIdLst>
  <p:sldIdLst>
    <p:sldId id="413" r:id="rId11"/>
    <p:sldId id="541" r:id="rId12"/>
    <p:sldId id="1422" r:id="rId13"/>
    <p:sldId id="1424" r:id="rId15"/>
    <p:sldId id="1425" r:id="rId16"/>
    <p:sldId id="1426" r:id="rId17"/>
    <p:sldId id="1427" r:id="rId18"/>
    <p:sldId id="1428" r:id="rId19"/>
    <p:sldId id="1429" r:id="rId20"/>
    <p:sldId id="1430" r:id="rId21"/>
    <p:sldId id="1431" r:id="rId22"/>
    <p:sldId id="1432" r:id="rId23"/>
    <p:sldId id="1433" r:id="rId24"/>
    <p:sldId id="1434" r:id="rId25"/>
    <p:sldId id="1435" r:id="rId26"/>
    <p:sldId id="1436" r:id="rId27"/>
    <p:sldId id="409" r:id="rId28"/>
  </p:sldIdLst>
  <p:sldSz cx="9144000" cy="6858000" type="screen4x3"/>
  <p:notesSz cx="6858000" cy="9144000"/>
  <p:custDataLst>
    <p:tags r:id="rId3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0" userDrawn="1">
          <p15:clr>
            <a:srgbClr val="A4A3A4"/>
          </p15:clr>
        </p15:guide>
        <p15:guide id="2" pos="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A" initials="A" lastIdx="1" clrIdx="0"/>
  <p:cmAuthor id="2" name="Administrat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0" autoAdjust="0"/>
    <p:restoredTop sz="95353" autoAdjust="0"/>
  </p:normalViewPr>
  <p:slideViewPr>
    <p:cSldViewPr showGuides="1">
      <p:cViewPr varScale="1">
        <p:scale>
          <a:sx n="107" d="100"/>
          <a:sy n="107" d="100"/>
        </p:scale>
        <p:origin x="1890" y="99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3" Type="http://schemas.openxmlformats.org/officeDocument/2006/relationships/tags" Target="tags/tag78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.wmf"/><Relationship Id="rId8" Type="http://schemas.openxmlformats.org/officeDocument/2006/relationships/image" Target="../media/image12.wmf"/><Relationship Id="rId7" Type="http://schemas.openxmlformats.org/officeDocument/2006/relationships/image" Target="../media/image11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7" Type="http://schemas.openxmlformats.org/officeDocument/2006/relationships/image" Target="../media/image21.wmf"/><Relationship Id="rId16" Type="http://schemas.openxmlformats.org/officeDocument/2006/relationships/image" Target="../media/image20.wmf"/><Relationship Id="rId15" Type="http://schemas.openxmlformats.org/officeDocument/2006/relationships/image" Target="../media/image19.wmf"/><Relationship Id="rId14" Type="http://schemas.openxmlformats.org/officeDocument/2006/relationships/image" Target="../media/image18.wmf"/><Relationship Id="rId13" Type="http://schemas.openxmlformats.org/officeDocument/2006/relationships/image" Target="../media/image17.wmf"/><Relationship Id="rId12" Type="http://schemas.openxmlformats.org/officeDocument/2006/relationships/image" Target="../media/image16.wmf"/><Relationship Id="rId11" Type="http://schemas.openxmlformats.org/officeDocument/2006/relationships/image" Target="../media/image15.wmf"/><Relationship Id="rId10" Type="http://schemas.openxmlformats.org/officeDocument/2006/relationships/image" Target="../media/image14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7" Type="http://schemas.openxmlformats.org/officeDocument/2006/relationships/image" Target="../media/image28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38.wmf"/><Relationship Id="rId8" Type="http://schemas.openxmlformats.org/officeDocument/2006/relationships/image" Target="../media/image37.wmf"/><Relationship Id="rId7" Type="http://schemas.openxmlformats.org/officeDocument/2006/relationships/image" Target="../media/image36.wmf"/><Relationship Id="rId6" Type="http://schemas.openxmlformats.org/officeDocument/2006/relationships/image" Target="../media/image35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0" Type="http://schemas.openxmlformats.org/officeDocument/2006/relationships/image" Target="../media/image39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49.wmf"/><Relationship Id="rId8" Type="http://schemas.openxmlformats.org/officeDocument/2006/relationships/image" Target="../media/image48.wmf"/><Relationship Id="rId7" Type="http://schemas.openxmlformats.org/officeDocument/2006/relationships/image" Target="../media/image47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58.wmf"/><Relationship Id="rId8" Type="http://schemas.openxmlformats.org/officeDocument/2006/relationships/image" Target="../media/image57.emf"/><Relationship Id="rId7" Type="http://schemas.openxmlformats.org/officeDocument/2006/relationships/image" Target="../media/image56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4" Type="http://schemas.openxmlformats.org/officeDocument/2006/relationships/image" Target="../media/image63.wmf"/><Relationship Id="rId13" Type="http://schemas.openxmlformats.org/officeDocument/2006/relationships/image" Target="../media/image62.wmf"/><Relationship Id="rId12" Type="http://schemas.openxmlformats.org/officeDocument/2006/relationships/image" Target="../media/image61.wmf"/><Relationship Id="rId11" Type="http://schemas.openxmlformats.org/officeDocument/2006/relationships/image" Target="../media/image60.wmf"/><Relationship Id="rId10" Type="http://schemas.openxmlformats.org/officeDocument/2006/relationships/image" Target="../media/image59.wmf"/><Relationship Id="rId1" Type="http://schemas.openxmlformats.org/officeDocument/2006/relationships/image" Target="../media/image50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2.wmf"/><Relationship Id="rId8" Type="http://schemas.openxmlformats.org/officeDocument/2006/relationships/image" Target="../media/image71.wmf"/><Relationship Id="rId7" Type="http://schemas.openxmlformats.org/officeDocument/2006/relationships/image" Target="../media/image70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4" Type="http://schemas.openxmlformats.org/officeDocument/2006/relationships/image" Target="../media/image87.wmf"/><Relationship Id="rId23" Type="http://schemas.openxmlformats.org/officeDocument/2006/relationships/image" Target="../media/image86.wmf"/><Relationship Id="rId22" Type="http://schemas.openxmlformats.org/officeDocument/2006/relationships/image" Target="../media/image85.wmf"/><Relationship Id="rId21" Type="http://schemas.openxmlformats.org/officeDocument/2006/relationships/image" Target="../media/image84.wmf"/><Relationship Id="rId20" Type="http://schemas.openxmlformats.org/officeDocument/2006/relationships/image" Target="../media/image83.wmf"/><Relationship Id="rId2" Type="http://schemas.openxmlformats.org/officeDocument/2006/relationships/image" Target="../media/image65.wmf"/><Relationship Id="rId19" Type="http://schemas.openxmlformats.org/officeDocument/2006/relationships/image" Target="../media/image82.wmf"/><Relationship Id="rId18" Type="http://schemas.openxmlformats.org/officeDocument/2006/relationships/image" Target="../media/image81.wmf"/><Relationship Id="rId17" Type="http://schemas.openxmlformats.org/officeDocument/2006/relationships/image" Target="../media/image80.wmf"/><Relationship Id="rId16" Type="http://schemas.openxmlformats.org/officeDocument/2006/relationships/image" Target="../media/image79.wmf"/><Relationship Id="rId15" Type="http://schemas.openxmlformats.org/officeDocument/2006/relationships/image" Target="../media/image78.wmf"/><Relationship Id="rId14" Type="http://schemas.openxmlformats.org/officeDocument/2006/relationships/image" Target="../media/image77.wmf"/><Relationship Id="rId13" Type="http://schemas.openxmlformats.org/officeDocument/2006/relationships/image" Target="../media/image76.wmf"/><Relationship Id="rId12" Type="http://schemas.openxmlformats.org/officeDocument/2006/relationships/image" Target="../media/image75.wmf"/><Relationship Id="rId11" Type="http://schemas.openxmlformats.org/officeDocument/2006/relationships/image" Target="../media/image74.wmf"/><Relationship Id="rId10" Type="http://schemas.openxmlformats.org/officeDocument/2006/relationships/image" Target="../media/image73.wmf"/><Relationship Id="rId1" Type="http://schemas.openxmlformats.org/officeDocument/2006/relationships/image" Target="../media/image6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7" Type="http://schemas.openxmlformats.org/officeDocument/2006/relationships/image" Target="../media/image94.wmf"/><Relationship Id="rId6" Type="http://schemas.openxmlformats.org/officeDocument/2006/relationships/image" Target="../media/image93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wmf"/><Relationship Id="rId8" Type="http://schemas.openxmlformats.org/officeDocument/2006/relationships/image" Target="../media/image103.wmf"/><Relationship Id="rId7" Type="http://schemas.openxmlformats.org/officeDocument/2006/relationships/image" Target="../media/image102.w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2" Type="http://schemas.openxmlformats.org/officeDocument/2006/relationships/image" Target="../media/image107.wmf"/><Relationship Id="rId11" Type="http://schemas.openxmlformats.org/officeDocument/2006/relationships/image" Target="../media/image106.wmf"/><Relationship Id="rId10" Type="http://schemas.openxmlformats.org/officeDocument/2006/relationships/image" Target="../media/image105.wmf"/><Relationship Id="rId1" Type="http://schemas.openxmlformats.org/officeDocument/2006/relationships/image" Target="../media/image96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wmf"/><Relationship Id="rId8" Type="http://schemas.openxmlformats.org/officeDocument/2006/relationships/image" Target="../media/image115.wmf"/><Relationship Id="rId7" Type="http://schemas.openxmlformats.org/officeDocument/2006/relationships/image" Target="../media/image114.wmf"/><Relationship Id="rId6" Type="http://schemas.openxmlformats.org/officeDocument/2006/relationships/image" Target="../media/image113.wmf"/><Relationship Id="rId5" Type="http://schemas.openxmlformats.org/officeDocument/2006/relationships/image" Target="../media/image112.wmf"/><Relationship Id="rId4" Type="http://schemas.openxmlformats.org/officeDocument/2006/relationships/image" Target="../media/image111.wmf"/><Relationship Id="rId3" Type="http://schemas.openxmlformats.org/officeDocument/2006/relationships/image" Target="../media/image110.wmf"/><Relationship Id="rId2" Type="http://schemas.openxmlformats.org/officeDocument/2006/relationships/image" Target="../media/image109.wmf"/><Relationship Id="rId16" Type="http://schemas.openxmlformats.org/officeDocument/2006/relationships/image" Target="../media/image123.wmf"/><Relationship Id="rId15" Type="http://schemas.openxmlformats.org/officeDocument/2006/relationships/image" Target="../media/image122.wmf"/><Relationship Id="rId14" Type="http://schemas.openxmlformats.org/officeDocument/2006/relationships/image" Target="../media/image121.wmf"/><Relationship Id="rId13" Type="http://schemas.openxmlformats.org/officeDocument/2006/relationships/image" Target="../media/image120.wmf"/><Relationship Id="rId12" Type="http://schemas.openxmlformats.org/officeDocument/2006/relationships/image" Target="../media/image119.wmf"/><Relationship Id="rId11" Type="http://schemas.openxmlformats.org/officeDocument/2006/relationships/image" Target="../media/image118.wmf"/><Relationship Id="rId10" Type="http://schemas.openxmlformats.org/officeDocument/2006/relationships/image" Target="../media/image117.wmf"/><Relationship Id="rId1" Type="http://schemas.openxmlformats.org/officeDocument/2006/relationships/image" Target="../media/image108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132.wmf"/><Relationship Id="rId8" Type="http://schemas.openxmlformats.org/officeDocument/2006/relationships/image" Target="../media/image131.wmf"/><Relationship Id="rId7" Type="http://schemas.openxmlformats.org/officeDocument/2006/relationships/image" Target="../media/image130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Relationship Id="rId3" Type="http://schemas.openxmlformats.org/officeDocument/2006/relationships/image" Target="../media/image126.wmf"/><Relationship Id="rId2" Type="http://schemas.openxmlformats.org/officeDocument/2006/relationships/image" Target="../media/image125.wmf"/><Relationship Id="rId13" Type="http://schemas.openxmlformats.org/officeDocument/2006/relationships/image" Target="../media/image136.wmf"/><Relationship Id="rId12" Type="http://schemas.openxmlformats.org/officeDocument/2006/relationships/image" Target="../media/image135.wmf"/><Relationship Id="rId11" Type="http://schemas.openxmlformats.org/officeDocument/2006/relationships/image" Target="../media/image134.wmf"/><Relationship Id="rId10" Type="http://schemas.openxmlformats.org/officeDocument/2006/relationships/image" Target="../media/image133.wmf"/><Relationship Id="rId1" Type="http://schemas.openxmlformats.org/officeDocument/2006/relationships/image" Target="../media/image124.w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45.wmf"/><Relationship Id="rId8" Type="http://schemas.openxmlformats.org/officeDocument/2006/relationships/image" Target="../media/image144.wmf"/><Relationship Id="rId7" Type="http://schemas.openxmlformats.org/officeDocument/2006/relationships/image" Target="../media/image143.wmf"/><Relationship Id="rId6" Type="http://schemas.openxmlformats.org/officeDocument/2006/relationships/image" Target="../media/image142.wmf"/><Relationship Id="rId5" Type="http://schemas.openxmlformats.org/officeDocument/2006/relationships/image" Target="../media/image141.wmf"/><Relationship Id="rId4" Type="http://schemas.openxmlformats.org/officeDocument/2006/relationships/image" Target="../media/image140.wmf"/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1" Type="http://schemas.openxmlformats.org/officeDocument/2006/relationships/image" Target="../media/image147.wmf"/><Relationship Id="rId10" Type="http://schemas.openxmlformats.org/officeDocument/2006/relationships/image" Target="../media/image146.wmf"/><Relationship Id="rId1" Type="http://schemas.openxmlformats.org/officeDocument/2006/relationships/image" Target="../media/image137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wmf"/><Relationship Id="rId8" Type="http://schemas.openxmlformats.org/officeDocument/2006/relationships/image" Target="../media/image155.wmf"/><Relationship Id="rId7" Type="http://schemas.openxmlformats.org/officeDocument/2006/relationships/image" Target="../media/image154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0" Type="http://schemas.openxmlformats.org/officeDocument/2006/relationships/image" Target="../media/image157.wmf"/><Relationship Id="rId1" Type="http://schemas.openxmlformats.org/officeDocument/2006/relationships/image" Target="../media/image14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7AE7ACA-BD9F-4D77-AB6E-315ACCA41D52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331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31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F74CDF23-0B28-487F-BDAF-0EE70AEF8EE9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8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5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auto">
              <a:defRPr/>
            </a:pPr>
            <a:fld id="{D6DE9836-6B2C-4697-B845-9DE7BC130501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fontAlgn="auto" latinLnBrk="0" hangingPunct="1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eaLnBrk="1" fontAlgn="auto" latinLnBrk="0" hangingPunct="1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eaLnBrk="1" fontAlgn="auto" latinLnBrk="0" hangingPunct="1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eaLnBrk="1" fontAlgn="auto" latinLnBrk="0" hangingPunct="1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eaLnBrk="1" fontAlgn="auto" latinLnBrk="0" hangingPunct="1"/>
            <a:r>
              <a:rPr lang="zh-CN" altLang="en-US" strike="noStrike" noProof="1"/>
              <a:t>第五级</a:t>
            </a:r>
            <a:endParaRPr kumimoji="0" lang="en-US" strike="noStrike" noProof="1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fontAlgn="auto"/>
            <a:r>
              <a:rPr kumimoji="0" lang="zh-CN" altLang="en-US" strike="noStrike" noProof="1"/>
              <a:t>单击此处编辑母版标题样式</a:t>
            </a:r>
            <a:endParaRPr kumimoji="0" 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en-US" altLang="zh-CN" strike="noStrike" noProof="1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en-US" altLang="zh-CN" strike="noStrike" noProof="1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en-US" altLang="zh-CN" strike="noStrike" noProof="1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hangingPunct="1">
              <a:buFont typeface="Arial" panose="020B0604020202090204" pitchFamily="34" charset="0"/>
              <a:buNone/>
              <a:defRPr/>
            </a:lvl1pPr>
          </a:lstStyle>
          <a:p>
            <a:pPr fontAlgn="auto">
              <a:defRPr/>
            </a:pPr>
            <a:fld id="{C01E8507-52C6-4265-BE12-85960E163C83}" type="datetime1">
              <a:rPr lang="zh-CN" altLang="en-US" strike="noStrike" noProof="1">
                <a:latin typeface="+mn-lt"/>
                <a:ea typeface="宋体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hangingPunct="1">
              <a:buFont typeface="Arial" panose="020B0604020202090204" pitchFamily="34" charset="0"/>
              <a:buNone/>
              <a:defRPr/>
            </a:lvl1pPr>
          </a:lstStyle>
          <a:p>
            <a:pPr fontAlgn="auto">
              <a:defRPr/>
            </a:pPr>
            <a:endParaRPr lang="zh-CN" altLang="zh-CN" strike="noStrike" noProof="1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90204" pitchFamily="34" charset="0"/>
              <a:buNone/>
              <a:defRPr/>
            </a:lvl1pPr>
          </a:lstStyle>
          <a:p>
            <a:pPr fontAlgn="auto">
              <a:defRPr/>
            </a:pPr>
            <a:fld id="{E2A444BC-60ED-4DF7-A7A3-68FEE76D44E7}" type="slidenum">
              <a:rPr lang="zh-CN" altLang="en-US" strike="noStrike" noProof="1">
                <a:latin typeface="+mn-lt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4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fontAlgn="auto">
              <a:defRPr/>
            </a:pPr>
            <a:fld id="{84638E3B-35CE-438C-84ED-B1FAC3770CF6}" type="slidenum">
              <a:rPr lang="zh-CN" altLang="en-US" strike="noStrike" noProof="1">
                <a:latin typeface="+mn-lt"/>
                <a:ea typeface="宋体" pitchFamily="2" charset="-122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charset="0"/>
                <a:ea typeface="宋体" pitchFamily="2" charset="-122"/>
                <a:cs typeface="+mn-cs"/>
              </a:rPr>
            </a:fld>
            <a:endParaRPr lang="zh-CN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charset="0"/>
                <a:ea typeface="宋体" pitchFamily="2" charset="-122"/>
                <a:cs typeface="+mn-cs"/>
              </a:rPr>
            </a:fld>
            <a:endParaRPr lang="zh-CN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5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auto">
              <a:defRPr/>
            </a:pPr>
            <a:fld id="{D6DE9836-6B2C-4697-B845-9DE7BC130501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456300" y="1429200"/>
            <a:ext cx="40068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1421729"/>
            <a:ext cx="40068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456248" y="1555115"/>
            <a:ext cx="3924776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1" name="Rectangle 2"/>
          <p:cNvSpPr txBox="1"/>
          <p:nvPr userDrawn="1"/>
        </p:nvSpPr>
        <p:spPr>
          <a:xfrm>
            <a:off x="1042988" y="6497638"/>
            <a:ext cx="6653212" cy="244475"/>
          </a:xfrm>
          <a:prstGeom prst="rect">
            <a:avLst/>
          </a:prstGeom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23728" y="964815"/>
            <a:ext cx="7772400" cy="4114800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fontAlgn="auto">
              <a:defRPr/>
            </a:pPr>
            <a:fld id="{D6DE9836-6B2C-4697-B845-9DE7BC130501}" type="slidenum">
              <a:rPr lang="zh-CN" altLang="en-US" strike="noStrike" noProof="1">
                <a:latin typeface="+mn-lt"/>
                <a:ea typeface="+mn-ea"/>
                <a:cs typeface="+mn-cs"/>
              </a:rPr>
            </a:fld>
            <a:endParaRPr lang="en-US" altLang="zh-CN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2.jpe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7" Type="http://schemas.openxmlformats.org/officeDocument/2006/relationships/image" Target="../media/image2.jpeg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5.xml.rels><?xml version="1.0" encoding="UTF-8" standalone="yes"?>
<Relationships xmlns="http://schemas.openxmlformats.org/package/2006/relationships"><Relationship Id="rId5" Type="http://schemas.openxmlformats.org/officeDocument/2006/relationships/theme" Target="../theme/theme5.xml"/><Relationship Id="rId4" Type="http://schemas.openxmlformats.org/officeDocument/2006/relationships/image" Target="../media/image2.jpeg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4" Type="http://schemas.openxmlformats.org/officeDocument/2006/relationships/theme" Target="../theme/theme6.xml"/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5" Type="http://schemas.openxmlformats.org/officeDocument/2006/relationships/theme" Target="../theme/theme7.xml"/><Relationship Id="rId4" Type="http://schemas.openxmlformats.org/officeDocument/2006/relationships/image" Target="../media/image2.jpeg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9" Type="http://schemas.openxmlformats.org/officeDocument/2006/relationships/theme" Target="../theme/theme8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4.pn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9.xml.rels><?xml version="1.0" encoding="UTF-8" standalone="yes"?>
<Relationships xmlns="http://schemas.openxmlformats.org/package/2006/relationships"><Relationship Id="rId6" Type="http://schemas.openxmlformats.org/officeDocument/2006/relationships/theme" Target="../theme/theme9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1031" name="Picture 4" descr="E:\PPT汇报\矢量文件\未命名 -1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7175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2055" name="Picture 2" descr="E:\PPT汇报\矢量文件\未命名 -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5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trike="noStrike" noProof="1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9" name="Picture 2" descr="E:\PPT汇报\矢量文件\未命名 -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</p:sldLayoutIdLst>
  <p:transition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099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prstClr val="black">
                    <a:tint val="75000"/>
                  </a:prstClr>
                </a:solidFill>
                <a:ea typeface="宋体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4C75BE7-D83B-4A25-B7B3-7AC47362323A}" type="datetimeFigureOut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prstClr val="black">
                    <a:tint val="75000"/>
                  </a:prstClr>
                </a:solidFill>
                <a:ea typeface="宋体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trike="noStrike" noProof="1">
              <a:latin typeface="Times New Roman" panose="0202050305040509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ea typeface="宋体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8275003-9269-4D8B-9B4F-92F3AC9771F9}" type="slidenum">
              <a:rPr kumimoji="1" lang="zh-CN" altLang="en-US" strike="noStrike" noProof="1">
                <a:latin typeface="Times New Roman" panose="02020503050405090304" pitchFamily="18" charset="0"/>
                <a:ea typeface="宋体" pitchFamily="2" charset="-122"/>
                <a:cs typeface="+mn-cs"/>
              </a:rPr>
            </a:fld>
            <a:endParaRPr kumimoji="1" lang="en-US" altLang="zh-CN" strike="noStrike" noProof="1">
              <a:latin typeface="Times New Roman" panose="02020503050405090304" pitchFamily="18" charset="0"/>
            </a:endParaRPr>
          </a:p>
        </p:txBody>
      </p:sp>
      <p:pic>
        <p:nvPicPr>
          <p:cNvPr id="4103" name="Picture 2" descr="E:\PPT汇报\矢量文件\未命名 -1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4" name="Rectangle 2"/>
          <p:cNvSpPr txBox="1"/>
          <p:nvPr/>
        </p:nvSpPr>
        <p:spPr>
          <a:xfrm>
            <a:off x="1042988" y="6497638"/>
            <a:ext cx="6653212" cy="2444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ctr" anchorCtr="0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1F497D"/>
              </a:solidFill>
              <a:latin typeface="Times New Roman" panose="02020503050405090304" pitchFamily="18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PMingLiU" pitchFamily="18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PMingLiU" pitchFamily="18" charset="-12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123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5127" name="Picture 2" descr="E:\PPT汇报\矢量文件\未命名 -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9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1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14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anose="020F0502020204030204" charset="0"/>
                <a:ea typeface="宋体" pitchFamily="2" charset="-122"/>
                <a:cs typeface="+mn-cs"/>
              </a:rPr>
            </a:fld>
            <a:endParaRPr lang="zh-CN" altLang="en-US" strike="noStrike" noProof="1">
              <a:latin typeface="Calibri" panose="020F0502020204030204" charset="0"/>
            </a:endParaRPr>
          </a:p>
        </p:txBody>
      </p:sp>
      <p:pic>
        <p:nvPicPr>
          <p:cNvPr id="6151" name="Picture 2" descr="E:\PPT汇报\矢量文件\未命名 -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2055" name="Picture 2" descr="E:\PPT汇报\矢量文件\未命名 -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530820CF-B880-4189-942D-D702A7CBA730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0C913308-F349-4B6D-A68A-DD1791B4A57B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pic>
        <p:nvPicPr>
          <p:cNvPr id="1031" name="Picture 4" descr="E:\PPT汇报\矢量文件\未命名 -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7175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wmf"/><Relationship Id="rId8" Type="http://schemas.openxmlformats.org/officeDocument/2006/relationships/oleObject" Target="../embeddings/oleObject4.bin"/><Relationship Id="rId7" Type="http://schemas.openxmlformats.org/officeDocument/2006/relationships/image" Target="../media/image7.wmf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Relationship Id="rId38" Type="http://schemas.openxmlformats.org/officeDocument/2006/relationships/notesSlide" Target="../notesSlides/notesSlide1.xml"/><Relationship Id="rId37" Type="http://schemas.openxmlformats.org/officeDocument/2006/relationships/vmlDrawing" Target="../drawings/vmlDrawing1.vml"/><Relationship Id="rId36" Type="http://schemas.openxmlformats.org/officeDocument/2006/relationships/slideLayout" Target="../slideLayouts/slideLayout6.xml"/><Relationship Id="rId35" Type="http://schemas.openxmlformats.org/officeDocument/2006/relationships/image" Target="../media/image21.wmf"/><Relationship Id="rId34" Type="http://schemas.openxmlformats.org/officeDocument/2006/relationships/oleObject" Target="../embeddings/oleObject17.bin"/><Relationship Id="rId33" Type="http://schemas.openxmlformats.org/officeDocument/2006/relationships/image" Target="../media/image20.wmf"/><Relationship Id="rId32" Type="http://schemas.openxmlformats.org/officeDocument/2006/relationships/oleObject" Target="../embeddings/oleObject16.bin"/><Relationship Id="rId31" Type="http://schemas.openxmlformats.org/officeDocument/2006/relationships/image" Target="../media/image19.wmf"/><Relationship Id="rId30" Type="http://schemas.openxmlformats.org/officeDocument/2006/relationships/oleObject" Target="../embeddings/oleObject15.bin"/><Relationship Id="rId3" Type="http://schemas.openxmlformats.org/officeDocument/2006/relationships/image" Target="../media/image5.wmf"/><Relationship Id="rId29" Type="http://schemas.openxmlformats.org/officeDocument/2006/relationships/image" Target="../media/image18.wmf"/><Relationship Id="rId28" Type="http://schemas.openxmlformats.org/officeDocument/2006/relationships/oleObject" Target="../embeddings/oleObject14.bin"/><Relationship Id="rId27" Type="http://schemas.openxmlformats.org/officeDocument/2006/relationships/image" Target="../media/image17.wmf"/><Relationship Id="rId26" Type="http://schemas.openxmlformats.org/officeDocument/2006/relationships/oleObject" Target="../embeddings/oleObject13.bin"/><Relationship Id="rId25" Type="http://schemas.openxmlformats.org/officeDocument/2006/relationships/image" Target="../media/image16.wmf"/><Relationship Id="rId24" Type="http://schemas.openxmlformats.org/officeDocument/2006/relationships/oleObject" Target="../embeddings/oleObject12.bin"/><Relationship Id="rId23" Type="http://schemas.openxmlformats.org/officeDocument/2006/relationships/image" Target="../media/image15.wmf"/><Relationship Id="rId22" Type="http://schemas.openxmlformats.org/officeDocument/2006/relationships/oleObject" Target="../embeddings/oleObject11.bin"/><Relationship Id="rId21" Type="http://schemas.openxmlformats.org/officeDocument/2006/relationships/image" Target="../media/image14.wmf"/><Relationship Id="rId20" Type="http://schemas.openxmlformats.org/officeDocument/2006/relationships/oleObject" Target="../embeddings/oleObject10.bin"/><Relationship Id="rId2" Type="http://schemas.openxmlformats.org/officeDocument/2006/relationships/oleObject" Target="../embeddings/oleObject1.bin"/><Relationship Id="rId19" Type="http://schemas.openxmlformats.org/officeDocument/2006/relationships/image" Target="../media/image13.wmf"/><Relationship Id="rId18" Type="http://schemas.openxmlformats.org/officeDocument/2006/relationships/oleObject" Target="../embeddings/oleObject9.bin"/><Relationship Id="rId17" Type="http://schemas.openxmlformats.org/officeDocument/2006/relationships/image" Target="../media/image12.wmf"/><Relationship Id="rId16" Type="http://schemas.openxmlformats.org/officeDocument/2006/relationships/oleObject" Target="../embeddings/oleObject8.bin"/><Relationship Id="rId15" Type="http://schemas.openxmlformats.org/officeDocument/2006/relationships/image" Target="../media/image11.wmf"/><Relationship Id="rId14" Type="http://schemas.openxmlformats.org/officeDocument/2006/relationships/oleObject" Target="../embeddings/oleObject7.bin"/><Relationship Id="rId13" Type="http://schemas.openxmlformats.org/officeDocument/2006/relationships/image" Target="../media/image10.wmf"/><Relationship Id="rId12" Type="http://schemas.openxmlformats.org/officeDocument/2006/relationships/oleObject" Target="../embeddings/oleObject6.bin"/><Relationship Id="rId11" Type="http://schemas.openxmlformats.org/officeDocument/2006/relationships/image" Target="../media/image9.wmf"/><Relationship Id="rId10" Type="http://schemas.openxmlformats.org/officeDocument/2006/relationships/oleObject" Target="../embeddings/oleObject5.bin"/><Relationship Id="rId1" Type="http://schemas.openxmlformats.org/officeDocument/2006/relationships/tags" Target="../tags/tag6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wmf"/><Relationship Id="rId8" Type="http://schemas.openxmlformats.org/officeDocument/2006/relationships/oleObject" Target="../embeddings/oleObject21.bin"/><Relationship Id="rId7" Type="http://schemas.openxmlformats.org/officeDocument/2006/relationships/image" Target="../media/image24.wmf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3" Type="http://schemas.openxmlformats.org/officeDocument/2006/relationships/image" Target="../media/image22.wmf"/><Relationship Id="rId20" Type="http://schemas.openxmlformats.org/officeDocument/2006/relationships/notesSlide" Target="../notesSlides/notesSlide2.xml"/><Relationship Id="rId2" Type="http://schemas.openxmlformats.org/officeDocument/2006/relationships/oleObject" Target="../embeddings/oleObject18.bin"/><Relationship Id="rId19" Type="http://schemas.openxmlformats.org/officeDocument/2006/relationships/vmlDrawing" Target="../drawings/vmlDrawing2.vml"/><Relationship Id="rId18" Type="http://schemas.openxmlformats.org/officeDocument/2006/relationships/slideLayout" Target="../slideLayouts/slideLayout6.xml"/><Relationship Id="rId17" Type="http://schemas.openxmlformats.org/officeDocument/2006/relationships/image" Target="../media/image29.wmf"/><Relationship Id="rId16" Type="http://schemas.openxmlformats.org/officeDocument/2006/relationships/oleObject" Target="../embeddings/oleObject25.bin"/><Relationship Id="rId15" Type="http://schemas.openxmlformats.org/officeDocument/2006/relationships/image" Target="../media/image28.wmf"/><Relationship Id="rId14" Type="http://schemas.openxmlformats.org/officeDocument/2006/relationships/oleObject" Target="../embeddings/oleObject24.bin"/><Relationship Id="rId13" Type="http://schemas.openxmlformats.org/officeDocument/2006/relationships/image" Target="../media/image27.wmf"/><Relationship Id="rId12" Type="http://schemas.openxmlformats.org/officeDocument/2006/relationships/oleObject" Target="../embeddings/oleObject23.bin"/><Relationship Id="rId11" Type="http://schemas.openxmlformats.org/officeDocument/2006/relationships/image" Target="../media/image26.wmf"/><Relationship Id="rId10" Type="http://schemas.openxmlformats.org/officeDocument/2006/relationships/oleObject" Target="../embeddings/oleObject22.bin"/><Relationship Id="rId1" Type="http://schemas.openxmlformats.org/officeDocument/2006/relationships/tags" Target="../tags/tag6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wmf"/><Relationship Id="rId8" Type="http://schemas.openxmlformats.org/officeDocument/2006/relationships/oleObject" Target="../embeddings/oleObject29.bin"/><Relationship Id="rId7" Type="http://schemas.openxmlformats.org/officeDocument/2006/relationships/image" Target="../media/image32.wmf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7.bin"/><Relationship Id="rId3" Type="http://schemas.openxmlformats.org/officeDocument/2006/relationships/image" Target="../media/image30.wmf"/><Relationship Id="rId24" Type="http://schemas.openxmlformats.org/officeDocument/2006/relationships/notesSlide" Target="../notesSlides/notesSlide3.xml"/><Relationship Id="rId23" Type="http://schemas.openxmlformats.org/officeDocument/2006/relationships/vmlDrawing" Target="../drawings/vmlDrawing3.vml"/><Relationship Id="rId22" Type="http://schemas.openxmlformats.org/officeDocument/2006/relationships/slideLayout" Target="../slideLayouts/slideLayout6.xml"/><Relationship Id="rId21" Type="http://schemas.openxmlformats.org/officeDocument/2006/relationships/image" Target="../media/image39.wmf"/><Relationship Id="rId20" Type="http://schemas.openxmlformats.org/officeDocument/2006/relationships/oleObject" Target="../embeddings/oleObject35.bin"/><Relationship Id="rId2" Type="http://schemas.openxmlformats.org/officeDocument/2006/relationships/oleObject" Target="../embeddings/oleObject26.bin"/><Relationship Id="rId19" Type="http://schemas.openxmlformats.org/officeDocument/2006/relationships/image" Target="../media/image38.wmf"/><Relationship Id="rId18" Type="http://schemas.openxmlformats.org/officeDocument/2006/relationships/oleObject" Target="../embeddings/oleObject34.bin"/><Relationship Id="rId17" Type="http://schemas.openxmlformats.org/officeDocument/2006/relationships/image" Target="../media/image37.wmf"/><Relationship Id="rId16" Type="http://schemas.openxmlformats.org/officeDocument/2006/relationships/oleObject" Target="../embeddings/oleObject33.bin"/><Relationship Id="rId15" Type="http://schemas.openxmlformats.org/officeDocument/2006/relationships/image" Target="../media/image36.wmf"/><Relationship Id="rId14" Type="http://schemas.openxmlformats.org/officeDocument/2006/relationships/oleObject" Target="../embeddings/oleObject32.bin"/><Relationship Id="rId13" Type="http://schemas.openxmlformats.org/officeDocument/2006/relationships/image" Target="../media/image35.wmf"/><Relationship Id="rId12" Type="http://schemas.openxmlformats.org/officeDocument/2006/relationships/oleObject" Target="../embeddings/oleObject31.bin"/><Relationship Id="rId11" Type="http://schemas.openxmlformats.org/officeDocument/2006/relationships/image" Target="../media/image34.wmf"/><Relationship Id="rId10" Type="http://schemas.openxmlformats.org/officeDocument/2006/relationships/oleObject" Target="../embeddings/oleObject30.bin"/><Relationship Id="rId1" Type="http://schemas.openxmlformats.org/officeDocument/2006/relationships/tags" Target="../tags/tag6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0.png"/><Relationship Id="rId1" Type="http://schemas.openxmlformats.org/officeDocument/2006/relationships/tags" Target="../tags/tag6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wmf"/><Relationship Id="rId8" Type="http://schemas.openxmlformats.org/officeDocument/2006/relationships/oleObject" Target="../embeddings/oleObject39.bin"/><Relationship Id="rId7" Type="http://schemas.openxmlformats.org/officeDocument/2006/relationships/image" Target="../media/image43.wmf"/><Relationship Id="rId6" Type="http://schemas.openxmlformats.org/officeDocument/2006/relationships/oleObject" Target="../embeddings/oleObject38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7.bin"/><Relationship Id="rId3" Type="http://schemas.openxmlformats.org/officeDocument/2006/relationships/image" Target="../media/image41.wmf"/><Relationship Id="rId22" Type="http://schemas.openxmlformats.org/officeDocument/2006/relationships/notesSlide" Target="../notesSlides/notesSlide5.xml"/><Relationship Id="rId21" Type="http://schemas.openxmlformats.org/officeDocument/2006/relationships/vmlDrawing" Target="../drawings/vmlDrawing4.vml"/><Relationship Id="rId20" Type="http://schemas.openxmlformats.org/officeDocument/2006/relationships/slideLayout" Target="../slideLayouts/slideLayout6.xml"/><Relationship Id="rId2" Type="http://schemas.openxmlformats.org/officeDocument/2006/relationships/oleObject" Target="../embeddings/oleObject36.bin"/><Relationship Id="rId19" Type="http://schemas.openxmlformats.org/officeDocument/2006/relationships/image" Target="../media/image49.wmf"/><Relationship Id="rId18" Type="http://schemas.openxmlformats.org/officeDocument/2006/relationships/oleObject" Target="../embeddings/oleObject44.bin"/><Relationship Id="rId17" Type="http://schemas.openxmlformats.org/officeDocument/2006/relationships/image" Target="../media/image48.wmf"/><Relationship Id="rId16" Type="http://schemas.openxmlformats.org/officeDocument/2006/relationships/oleObject" Target="../embeddings/oleObject43.bin"/><Relationship Id="rId15" Type="http://schemas.openxmlformats.org/officeDocument/2006/relationships/image" Target="../media/image47.wmf"/><Relationship Id="rId14" Type="http://schemas.openxmlformats.org/officeDocument/2006/relationships/oleObject" Target="../embeddings/oleObject42.bin"/><Relationship Id="rId13" Type="http://schemas.openxmlformats.org/officeDocument/2006/relationships/image" Target="../media/image46.wmf"/><Relationship Id="rId12" Type="http://schemas.openxmlformats.org/officeDocument/2006/relationships/oleObject" Target="../embeddings/oleObject41.bin"/><Relationship Id="rId11" Type="http://schemas.openxmlformats.org/officeDocument/2006/relationships/image" Target="../media/image45.wmf"/><Relationship Id="rId10" Type="http://schemas.openxmlformats.org/officeDocument/2006/relationships/oleObject" Target="../embeddings/oleObject40.bin"/><Relationship Id="rId1" Type="http://schemas.openxmlformats.org/officeDocument/2006/relationships/tags" Target="../tags/tag6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wmf"/><Relationship Id="rId8" Type="http://schemas.openxmlformats.org/officeDocument/2006/relationships/oleObject" Target="../embeddings/oleObject48.bin"/><Relationship Id="rId7" Type="http://schemas.openxmlformats.org/officeDocument/2006/relationships/image" Target="../media/image52.wmf"/><Relationship Id="rId6" Type="http://schemas.openxmlformats.org/officeDocument/2006/relationships/oleObject" Target="../embeddings/oleObject47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6.bin"/><Relationship Id="rId32" Type="http://schemas.openxmlformats.org/officeDocument/2006/relationships/notesSlide" Target="../notesSlides/notesSlide7.xml"/><Relationship Id="rId31" Type="http://schemas.openxmlformats.org/officeDocument/2006/relationships/vmlDrawing" Target="../drawings/vmlDrawing5.vml"/><Relationship Id="rId30" Type="http://schemas.openxmlformats.org/officeDocument/2006/relationships/slideLayout" Target="../slideLayouts/slideLayout6.xml"/><Relationship Id="rId3" Type="http://schemas.openxmlformats.org/officeDocument/2006/relationships/image" Target="../media/image50.wmf"/><Relationship Id="rId29" Type="http://schemas.openxmlformats.org/officeDocument/2006/relationships/image" Target="../media/image63.wmf"/><Relationship Id="rId28" Type="http://schemas.openxmlformats.org/officeDocument/2006/relationships/oleObject" Target="../embeddings/oleObject58.bin"/><Relationship Id="rId27" Type="http://schemas.openxmlformats.org/officeDocument/2006/relationships/image" Target="../media/image62.wmf"/><Relationship Id="rId26" Type="http://schemas.openxmlformats.org/officeDocument/2006/relationships/oleObject" Target="../embeddings/oleObject57.bin"/><Relationship Id="rId25" Type="http://schemas.openxmlformats.org/officeDocument/2006/relationships/image" Target="../media/image61.wmf"/><Relationship Id="rId24" Type="http://schemas.openxmlformats.org/officeDocument/2006/relationships/oleObject" Target="../embeddings/oleObject56.bin"/><Relationship Id="rId23" Type="http://schemas.openxmlformats.org/officeDocument/2006/relationships/image" Target="../media/image60.wmf"/><Relationship Id="rId22" Type="http://schemas.openxmlformats.org/officeDocument/2006/relationships/oleObject" Target="../embeddings/oleObject55.bin"/><Relationship Id="rId21" Type="http://schemas.openxmlformats.org/officeDocument/2006/relationships/image" Target="../media/image59.wmf"/><Relationship Id="rId20" Type="http://schemas.openxmlformats.org/officeDocument/2006/relationships/oleObject" Target="../embeddings/oleObject54.bin"/><Relationship Id="rId2" Type="http://schemas.openxmlformats.org/officeDocument/2006/relationships/oleObject" Target="../embeddings/oleObject45.bin"/><Relationship Id="rId19" Type="http://schemas.openxmlformats.org/officeDocument/2006/relationships/image" Target="../media/image58.wmf"/><Relationship Id="rId18" Type="http://schemas.openxmlformats.org/officeDocument/2006/relationships/oleObject" Target="../embeddings/oleObject53.bin"/><Relationship Id="rId17" Type="http://schemas.openxmlformats.org/officeDocument/2006/relationships/image" Target="../media/image57.emf"/><Relationship Id="rId16" Type="http://schemas.openxmlformats.org/officeDocument/2006/relationships/oleObject" Target="../embeddings/oleObject52.bin"/><Relationship Id="rId15" Type="http://schemas.openxmlformats.org/officeDocument/2006/relationships/image" Target="../media/image56.wmf"/><Relationship Id="rId14" Type="http://schemas.openxmlformats.org/officeDocument/2006/relationships/oleObject" Target="../embeddings/oleObject51.bin"/><Relationship Id="rId13" Type="http://schemas.openxmlformats.org/officeDocument/2006/relationships/image" Target="../media/image55.wmf"/><Relationship Id="rId12" Type="http://schemas.openxmlformats.org/officeDocument/2006/relationships/oleObject" Target="../embeddings/oleObject50.bin"/><Relationship Id="rId11" Type="http://schemas.openxmlformats.org/officeDocument/2006/relationships/image" Target="../media/image54.wmf"/><Relationship Id="rId10" Type="http://schemas.openxmlformats.org/officeDocument/2006/relationships/oleObject" Target="../embeddings/oleObject49.bin"/><Relationship Id="rId1" Type="http://schemas.openxmlformats.org/officeDocument/2006/relationships/tags" Target="../tags/tag6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7.wmf"/><Relationship Id="rId8" Type="http://schemas.openxmlformats.org/officeDocument/2006/relationships/oleObject" Target="../embeddings/oleObject62.bin"/><Relationship Id="rId7" Type="http://schemas.openxmlformats.org/officeDocument/2006/relationships/image" Target="../media/image66.wmf"/><Relationship Id="rId6" Type="http://schemas.openxmlformats.org/officeDocument/2006/relationships/oleObject" Target="../embeddings/oleObject61.bin"/><Relationship Id="rId52" Type="http://schemas.openxmlformats.org/officeDocument/2006/relationships/notesSlide" Target="../notesSlides/notesSlide8.xml"/><Relationship Id="rId51" Type="http://schemas.openxmlformats.org/officeDocument/2006/relationships/vmlDrawing" Target="../drawings/vmlDrawing6.vml"/><Relationship Id="rId50" Type="http://schemas.openxmlformats.org/officeDocument/2006/relationships/slideLayout" Target="../slideLayouts/slideLayout6.xml"/><Relationship Id="rId5" Type="http://schemas.openxmlformats.org/officeDocument/2006/relationships/image" Target="../media/image65.wmf"/><Relationship Id="rId49" Type="http://schemas.openxmlformats.org/officeDocument/2006/relationships/image" Target="../media/image87.wmf"/><Relationship Id="rId48" Type="http://schemas.openxmlformats.org/officeDocument/2006/relationships/oleObject" Target="../embeddings/oleObject82.bin"/><Relationship Id="rId47" Type="http://schemas.openxmlformats.org/officeDocument/2006/relationships/image" Target="../media/image86.wmf"/><Relationship Id="rId46" Type="http://schemas.openxmlformats.org/officeDocument/2006/relationships/oleObject" Target="../embeddings/oleObject81.bin"/><Relationship Id="rId45" Type="http://schemas.openxmlformats.org/officeDocument/2006/relationships/image" Target="../media/image85.wmf"/><Relationship Id="rId44" Type="http://schemas.openxmlformats.org/officeDocument/2006/relationships/oleObject" Target="../embeddings/oleObject80.bin"/><Relationship Id="rId43" Type="http://schemas.openxmlformats.org/officeDocument/2006/relationships/image" Target="../media/image84.wmf"/><Relationship Id="rId42" Type="http://schemas.openxmlformats.org/officeDocument/2006/relationships/oleObject" Target="../embeddings/oleObject79.bin"/><Relationship Id="rId41" Type="http://schemas.openxmlformats.org/officeDocument/2006/relationships/image" Target="../media/image83.wmf"/><Relationship Id="rId40" Type="http://schemas.openxmlformats.org/officeDocument/2006/relationships/oleObject" Target="../embeddings/oleObject78.bin"/><Relationship Id="rId4" Type="http://schemas.openxmlformats.org/officeDocument/2006/relationships/oleObject" Target="../embeddings/oleObject60.bin"/><Relationship Id="rId39" Type="http://schemas.openxmlformats.org/officeDocument/2006/relationships/image" Target="../media/image82.wmf"/><Relationship Id="rId38" Type="http://schemas.openxmlformats.org/officeDocument/2006/relationships/oleObject" Target="../embeddings/oleObject77.bin"/><Relationship Id="rId37" Type="http://schemas.openxmlformats.org/officeDocument/2006/relationships/image" Target="../media/image81.wmf"/><Relationship Id="rId36" Type="http://schemas.openxmlformats.org/officeDocument/2006/relationships/oleObject" Target="../embeddings/oleObject76.bin"/><Relationship Id="rId35" Type="http://schemas.openxmlformats.org/officeDocument/2006/relationships/image" Target="../media/image80.wmf"/><Relationship Id="rId34" Type="http://schemas.openxmlformats.org/officeDocument/2006/relationships/oleObject" Target="../embeddings/oleObject75.bin"/><Relationship Id="rId33" Type="http://schemas.openxmlformats.org/officeDocument/2006/relationships/image" Target="../media/image79.wmf"/><Relationship Id="rId32" Type="http://schemas.openxmlformats.org/officeDocument/2006/relationships/oleObject" Target="../embeddings/oleObject74.bin"/><Relationship Id="rId31" Type="http://schemas.openxmlformats.org/officeDocument/2006/relationships/image" Target="../media/image78.wmf"/><Relationship Id="rId30" Type="http://schemas.openxmlformats.org/officeDocument/2006/relationships/oleObject" Target="../embeddings/oleObject73.bin"/><Relationship Id="rId3" Type="http://schemas.openxmlformats.org/officeDocument/2006/relationships/image" Target="../media/image64.wmf"/><Relationship Id="rId29" Type="http://schemas.openxmlformats.org/officeDocument/2006/relationships/image" Target="../media/image77.wmf"/><Relationship Id="rId28" Type="http://schemas.openxmlformats.org/officeDocument/2006/relationships/oleObject" Target="../embeddings/oleObject72.bin"/><Relationship Id="rId27" Type="http://schemas.openxmlformats.org/officeDocument/2006/relationships/image" Target="../media/image76.wmf"/><Relationship Id="rId26" Type="http://schemas.openxmlformats.org/officeDocument/2006/relationships/oleObject" Target="../embeddings/oleObject71.bin"/><Relationship Id="rId25" Type="http://schemas.openxmlformats.org/officeDocument/2006/relationships/image" Target="../media/image75.wmf"/><Relationship Id="rId24" Type="http://schemas.openxmlformats.org/officeDocument/2006/relationships/oleObject" Target="../embeddings/oleObject70.bin"/><Relationship Id="rId23" Type="http://schemas.openxmlformats.org/officeDocument/2006/relationships/image" Target="../media/image74.wmf"/><Relationship Id="rId22" Type="http://schemas.openxmlformats.org/officeDocument/2006/relationships/oleObject" Target="../embeddings/oleObject69.bin"/><Relationship Id="rId21" Type="http://schemas.openxmlformats.org/officeDocument/2006/relationships/image" Target="../media/image73.wmf"/><Relationship Id="rId20" Type="http://schemas.openxmlformats.org/officeDocument/2006/relationships/oleObject" Target="../embeddings/oleObject68.bin"/><Relationship Id="rId2" Type="http://schemas.openxmlformats.org/officeDocument/2006/relationships/oleObject" Target="../embeddings/oleObject59.bin"/><Relationship Id="rId19" Type="http://schemas.openxmlformats.org/officeDocument/2006/relationships/image" Target="../media/image72.wmf"/><Relationship Id="rId18" Type="http://schemas.openxmlformats.org/officeDocument/2006/relationships/oleObject" Target="../embeddings/oleObject67.bin"/><Relationship Id="rId17" Type="http://schemas.openxmlformats.org/officeDocument/2006/relationships/image" Target="../media/image71.wmf"/><Relationship Id="rId16" Type="http://schemas.openxmlformats.org/officeDocument/2006/relationships/oleObject" Target="../embeddings/oleObject66.bin"/><Relationship Id="rId15" Type="http://schemas.openxmlformats.org/officeDocument/2006/relationships/image" Target="../media/image70.wmf"/><Relationship Id="rId14" Type="http://schemas.openxmlformats.org/officeDocument/2006/relationships/oleObject" Target="../embeddings/oleObject65.bin"/><Relationship Id="rId13" Type="http://schemas.openxmlformats.org/officeDocument/2006/relationships/image" Target="../media/image69.wmf"/><Relationship Id="rId12" Type="http://schemas.openxmlformats.org/officeDocument/2006/relationships/oleObject" Target="../embeddings/oleObject64.bin"/><Relationship Id="rId11" Type="http://schemas.openxmlformats.org/officeDocument/2006/relationships/image" Target="../media/image68.wmf"/><Relationship Id="rId10" Type="http://schemas.openxmlformats.org/officeDocument/2006/relationships/oleObject" Target="../embeddings/oleObject63.bin"/><Relationship Id="rId1" Type="http://schemas.openxmlformats.org/officeDocument/2006/relationships/tags" Target="../tags/tag7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1.wmf"/><Relationship Id="rId8" Type="http://schemas.openxmlformats.org/officeDocument/2006/relationships/oleObject" Target="../embeddings/oleObject86.bin"/><Relationship Id="rId7" Type="http://schemas.openxmlformats.org/officeDocument/2006/relationships/image" Target="../media/image90.wmf"/><Relationship Id="rId6" Type="http://schemas.openxmlformats.org/officeDocument/2006/relationships/oleObject" Target="../embeddings/oleObject85.bin"/><Relationship Id="rId5" Type="http://schemas.openxmlformats.org/officeDocument/2006/relationships/image" Target="../media/image89.wmf"/><Relationship Id="rId4" Type="http://schemas.openxmlformats.org/officeDocument/2006/relationships/oleObject" Target="../embeddings/oleObject84.bin"/><Relationship Id="rId3" Type="http://schemas.openxmlformats.org/officeDocument/2006/relationships/image" Target="../media/image88.wmf"/><Relationship Id="rId20" Type="http://schemas.openxmlformats.org/officeDocument/2006/relationships/notesSlide" Target="../notesSlides/notesSlide9.xml"/><Relationship Id="rId2" Type="http://schemas.openxmlformats.org/officeDocument/2006/relationships/oleObject" Target="../embeddings/oleObject83.bin"/><Relationship Id="rId19" Type="http://schemas.openxmlformats.org/officeDocument/2006/relationships/vmlDrawing" Target="../drawings/vmlDrawing7.vml"/><Relationship Id="rId18" Type="http://schemas.openxmlformats.org/officeDocument/2006/relationships/slideLayout" Target="../slideLayouts/slideLayout6.xml"/><Relationship Id="rId17" Type="http://schemas.openxmlformats.org/officeDocument/2006/relationships/image" Target="../media/image95.wmf"/><Relationship Id="rId16" Type="http://schemas.openxmlformats.org/officeDocument/2006/relationships/oleObject" Target="../embeddings/oleObject90.bin"/><Relationship Id="rId15" Type="http://schemas.openxmlformats.org/officeDocument/2006/relationships/image" Target="../media/image94.wmf"/><Relationship Id="rId14" Type="http://schemas.openxmlformats.org/officeDocument/2006/relationships/oleObject" Target="../embeddings/oleObject89.bin"/><Relationship Id="rId13" Type="http://schemas.openxmlformats.org/officeDocument/2006/relationships/image" Target="../media/image93.wmf"/><Relationship Id="rId12" Type="http://schemas.openxmlformats.org/officeDocument/2006/relationships/oleObject" Target="../embeddings/oleObject88.bin"/><Relationship Id="rId11" Type="http://schemas.openxmlformats.org/officeDocument/2006/relationships/image" Target="../media/image92.wmf"/><Relationship Id="rId10" Type="http://schemas.openxmlformats.org/officeDocument/2006/relationships/oleObject" Target="../embeddings/oleObject87.bin"/><Relationship Id="rId1" Type="http://schemas.openxmlformats.org/officeDocument/2006/relationships/tags" Target="../tags/tag7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9.wmf"/><Relationship Id="rId8" Type="http://schemas.openxmlformats.org/officeDocument/2006/relationships/oleObject" Target="../embeddings/oleObject94.bin"/><Relationship Id="rId7" Type="http://schemas.openxmlformats.org/officeDocument/2006/relationships/image" Target="../media/image98.wmf"/><Relationship Id="rId6" Type="http://schemas.openxmlformats.org/officeDocument/2006/relationships/oleObject" Target="../embeddings/oleObject93.bin"/><Relationship Id="rId5" Type="http://schemas.openxmlformats.org/officeDocument/2006/relationships/image" Target="../media/image97.wmf"/><Relationship Id="rId4" Type="http://schemas.openxmlformats.org/officeDocument/2006/relationships/oleObject" Target="../embeddings/oleObject92.bin"/><Relationship Id="rId3" Type="http://schemas.openxmlformats.org/officeDocument/2006/relationships/image" Target="../media/image96.wmf"/><Relationship Id="rId28" Type="http://schemas.openxmlformats.org/officeDocument/2006/relationships/notesSlide" Target="../notesSlides/notesSlide10.xml"/><Relationship Id="rId27" Type="http://schemas.openxmlformats.org/officeDocument/2006/relationships/vmlDrawing" Target="../drawings/vmlDrawing8.vml"/><Relationship Id="rId26" Type="http://schemas.openxmlformats.org/officeDocument/2006/relationships/slideLayout" Target="../slideLayouts/slideLayout6.xml"/><Relationship Id="rId25" Type="http://schemas.openxmlformats.org/officeDocument/2006/relationships/image" Target="../media/image107.wmf"/><Relationship Id="rId24" Type="http://schemas.openxmlformats.org/officeDocument/2006/relationships/oleObject" Target="../embeddings/oleObject102.bin"/><Relationship Id="rId23" Type="http://schemas.openxmlformats.org/officeDocument/2006/relationships/image" Target="../media/image106.wmf"/><Relationship Id="rId22" Type="http://schemas.openxmlformats.org/officeDocument/2006/relationships/oleObject" Target="../embeddings/oleObject101.bin"/><Relationship Id="rId21" Type="http://schemas.openxmlformats.org/officeDocument/2006/relationships/image" Target="../media/image105.wmf"/><Relationship Id="rId20" Type="http://schemas.openxmlformats.org/officeDocument/2006/relationships/oleObject" Target="../embeddings/oleObject100.bin"/><Relationship Id="rId2" Type="http://schemas.openxmlformats.org/officeDocument/2006/relationships/oleObject" Target="../embeddings/oleObject91.bin"/><Relationship Id="rId19" Type="http://schemas.openxmlformats.org/officeDocument/2006/relationships/image" Target="../media/image104.wmf"/><Relationship Id="rId18" Type="http://schemas.openxmlformats.org/officeDocument/2006/relationships/oleObject" Target="../embeddings/oleObject99.bin"/><Relationship Id="rId17" Type="http://schemas.openxmlformats.org/officeDocument/2006/relationships/image" Target="../media/image103.wmf"/><Relationship Id="rId16" Type="http://schemas.openxmlformats.org/officeDocument/2006/relationships/oleObject" Target="../embeddings/oleObject98.bin"/><Relationship Id="rId15" Type="http://schemas.openxmlformats.org/officeDocument/2006/relationships/image" Target="../media/image102.wmf"/><Relationship Id="rId14" Type="http://schemas.openxmlformats.org/officeDocument/2006/relationships/oleObject" Target="../embeddings/oleObject97.bin"/><Relationship Id="rId13" Type="http://schemas.openxmlformats.org/officeDocument/2006/relationships/image" Target="../media/image101.wmf"/><Relationship Id="rId12" Type="http://schemas.openxmlformats.org/officeDocument/2006/relationships/oleObject" Target="../embeddings/oleObject96.bin"/><Relationship Id="rId11" Type="http://schemas.openxmlformats.org/officeDocument/2006/relationships/image" Target="../media/image100.wmf"/><Relationship Id="rId10" Type="http://schemas.openxmlformats.org/officeDocument/2006/relationships/oleObject" Target="../embeddings/oleObject95.bin"/><Relationship Id="rId1" Type="http://schemas.openxmlformats.org/officeDocument/2006/relationships/tags" Target="../tags/tag72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1.wmf"/><Relationship Id="rId8" Type="http://schemas.openxmlformats.org/officeDocument/2006/relationships/oleObject" Target="../embeddings/oleObject106.bin"/><Relationship Id="rId7" Type="http://schemas.openxmlformats.org/officeDocument/2006/relationships/image" Target="../media/image110.wmf"/><Relationship Id="rId6" Type="http://schemas.openxmlformats.org/officeDocument/2006/relationships/oleObject" Target="../embeddings/oleObject105.bin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104.bin"/><Relationship Id="rId36" Type="http://schemas.openxmlformats.org/officeDocument/2006/relationships/notesSlide" Target="../notesSlides/notesSlide11.xml"/><Relationship Id="rId35" Type="http://schemas.openxmlformats.org/officeDocument/2006/relationships/vmlDrawing" Target="../drawings/vmlDrawing9.vml"/><Relationship Id="rId34" Type="http://schemas.openxmlformats.org/officeDocument/2006/relationships/slideLayout" Target="../slideLayouts/slideLayout6.xml"/><Relationship Id="rId33" Type="http://schemas.openxmlformats.org/officeDocument/2006/relationships/image" Target="../media/image123.wmf"/><Relationship Id="rId32" Type="http://schemas.openxmlformats.org/officeDocument/2006/relationships/oleObject" Target="../embeddings/oleObject118.bin"/><Relationship Id="rId31" Type="http://schemas.openxmlformats.org/officeDocument/2006/relationships/image" Target="../media/image122.wmf"/><Relationship Id="rId30" Type="http://schemas.openxmlformats.org/officeDocument/2006/relationships/oleObject" Target="../embeddings/oleObject117.bin"/><Relationship Id="rId3" Type="http://schemas.openxmlformats.org/officeDocument/2006/relationships/image" Target="../media/image108.wmf"/><Relationship Id="rId29" Type="http://schemas.openxmlformats.org/officeDocument/2006/relationships/image" Target="../media/image121.wmf"/><Relationship Id="rId28" Type="http://schemas.openxmlformats.org/officeDocument/2006/relationships/oleObject" Target="../embeddings/oleObject116.bin"/><Relationship Id="rId27" Type="http://schemas.openxmlformats.org/officeDocument/2006/relationships/image" Target="../media/image120.wmf"/><Relationship Id="rId26" Type="http://schemas.openxmlformats.org/officeDocument/2006/relationships/oleObject" Target="../embeddings/oleObject115.bin"/><Relationship Id="rId25" Type="http://schemas.openxmlformats.org/officeDocument/2006/relationships/image" Target="../media/image119.wmf"/><Relationship Id="rId24" Type="http://schemas.openxmlformats.org/officeDocument/2006/relationships/oleObject" Target="../embeddings/oleObject114.bin"/><Relationship Id="rId23" Type="http://schemas.openxmlformats.org/officeDocument/2006/relationships/image" Target="../media/image118.wmf"/><Relationship Id="rId22" Type="http://schemas.openxmlformats.org/officeDocument/2006/relationships/oleObject" Target="../embeddings/oleObject113.bin"/><Relationship Id="rId21" Type="http://schemas.openxmlformats.org/officeDocument/2006/relationships/image" Target="../media/image117.wmf"/><Relationship Id="rId20" Type="http://schemas.openxmlformats.org/officeDocument/2006/relationships/oleObject" Target="../embeddings/oleObject112.bin"/><Relationship Id="rId2" Type="http://schemas.openxmlformats.org/officeDocument/2006/relationships/oleObject" Target="../embeddings/oleObject103.bin"/><Relationship Id="rId19" Type="http://schemas.openxmlformats.org/officeDocument/2006/relationships/image" Target="../media/image116.wmf"/><Relationship Id="rId18" Type="http://schemas.openxmlformats.org/officeDocument/2006/relationships/oleObject" Target="../embeddings/oleObject111.bin"/><Relationship Id="rId17" Type="http://schemas.openxmlformats.org/officeDocument/2006/relationships/image" Target="../media/image115.wmf"/><Relationship Id="rId16" Type="http://schemas.openxmlformats.org/officeDocument/2006/relationships/oleObject" Target="../embeddings/oleObject110.bin"/><Relationship Id="rId15" Type="http://schemas.openxmlformats.org/officeDocument/2006/relationships/image" Target="../media/image114.wmf"/><Relationship Id="rId14" Type="http://schemas.openxmlformats.org/officeDocument/2006/relationships/oleObject" Target="../embeddings/oleObject109.bin"/><Relationship Id="rId13" Type="http://schemas.openxmlformats.org/officeDocument/2006/relationships/image" Target="../media/image113.wmf"/><Relationship Id="rId12" Type="http://schemas.openxmlformats.org/officeDocument/2006/relationships/oleObject" Target="../embeddings/oleObject108.bin"/><Relationship Id="rId11" Type="http://schemas.openxmlformats.org/officeDocument/2006/relationships/image" Target="../media/image112.wmf"/><Relationship Id="rId10" Type="http://schemas.openxmlformats.org/officeDocument/2006/relationships/oleObject" Target="../embeddings/oleObject107.bin"/><Relationship Id="rId1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7.wmf"/><Relationship Id="rId8" Type="http://schemas.openxmlformats.org/officeDocument/2006/relationships/oleObject" Target="../embeddings/oleObject122.bin"/><Relationship Id="rId7" Type="http://schemas.openxmlformats.org/officeDocument/2006/relationships/image" Target="../media/image126.wmf"/><Relationship Id="rId6" Type="http://schemas.openxmlformats.org/officeDocument/2006/relationships/oleObject" Target="../embeddings/oleObject121.bin"/><Relationship Id="rId5" Type="http://schemas.openxmlformats.org/officeDocument/2006/relationships/image" Target="../media/image125.wmf"/><Relationship Id="rId4" Type="http://schemas.openxmlformats.org/officeDocument/2006/relationships/oleObject" Target="../embeddings/oleObject120.bin"/><Relationship Id="rId30" Type="http://schemas.openxmlformats.org/officeDocument/2006/relationships/notesSlide" Target="../notesSlides/notesSlide12.xml"/><Relationship Id="rId3" Type="http://schemas.openxmlformats.org/officeDocument/2006/relationships/image" Target="../media/image124.wmf"/><Relationship Id="rId29" Type="http://schemas.openxmlformats.org/officeDocument/2006/relationships/vmlDrawing" Target="../drawings/vmlDrawing10.vml"/><Relationship Id="rId28" Type="http://schemas.openxmlformats.org/officeDocument/2006/relationships/slideLayout" Target="../slideLayouts/slideLayout6.xml"/><Relationship Id="rId27" Type="http://schemas.openxmlformats.org/officeDocument/2006/relationships/image" Target="../media/image136.wmf"/><Relationship Id="rId26" Type="http://schemas.openxmlformats.org/officeDocument/2006/relationships/oleObject" Target="../embeddings/oleObject131.bin"/><Relationship Id="rId25" Type="http://schemas.openxmlformats.org/officeDocument/2006/relationships/image" Target="../media/image135.wmf"/><Relationship Id="rId24" Type="http://schemas.openxmlformats.org/officeDocument/2006/relationships/oleObject" Target="../embeddings/oleObject130.bin"/><Relationship Id="rId23" Type="http://schemas.openxmlformats.org/officeDocument/2006/relationships/image" Target="../media/image134.wmf"/><Relationship Id="rId22" Type="http://schemas.openxmlformats.org/officeDocument/2006/relationships/oleObject" Target="../embeddings/oleObject129.bin"/><Relationship Id="rId21" Type="http://schemas.openxmlformats.org/officeDocument/2006/relationships/image" Target="../media/image133.wmf"/><Relationship Id="rId20" Type="http://schemas.openxmlformats.org/officeDocument/2006/relationships/oleObject" Target="../embeddings/oleObject128.bin"/><Relationship Id="rId2" Type="http://schemas.openxmlformats.org/officeDocument/2006/relationships/oleObject" Target="../embeddings/oleObject119.bin"/><Relationship Id="rId19" Type="http://schemas.openxmlformats.org/officeDocument/2006/relationships/image" Target="../media/image132.wmf"/><Relationship Id="rId18" Type="http://schemas.openxmlformats.org/officeDocument/2006/relationships/oleObject" Target="../embeddings/oleObject127.bin"/><Relationship Id="rId17" Type="http://schemas.openxmlformats.org/officeDocument/2006/relationships/image" Target="../media/image131.wmf"/><Relationship Id="rId16" Type="http://schemas.openxmlformats.org/officeDocument/2006/relationships/oleObject" Target="../embeddings/oleObject126.bin"/><Relationship Id="rId15" Type="http://schemas.openxmlformats.org/officeDocument/2006/relationships/image" Target="../media/image130.wmf"/><Relationship Id="rId14" Type="http://schemas.openxmlformats.org/officeDocument/2006/relationships/oleObject" Target="../embeddings/oleObject125.bin"/><Relationship Id="rId13" Type="http://schemas.openxmlformats.org/officeDocument/2006/relationships/image" Target="../media/image129.wmf"/><Relationship Id="rId12" Type="http://schemas.openxmlformats.org/officeDocument/2006/relationships/oleObject" Target="../embeddings/oleObject124.bin"/><Relationship Id="rId11" Type="http://schemas.openxmlformats.org/officeDocument/2006/relationships/image" Target="../media/image128.wmf"/><Relationship Id="rId10" Type="http://schemas.openxmlformats.org/officeDocument/2006/relationships/oleObject" Target="../embeddings/oleObject123.bin"/><Relationship Id="rId1" Type="http://schemas.openxmlformats.org/officeDocument/2006/relationships/tags" Target="../tags/tag7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0.wmf"/><Relationship Id="rId8" Type="http://schemas.openxmlformats.org/officeDocument/2006/relationships/oleObject" Target="../embeddings/oleObject135.bin"/><Relationship Id="rId7" Type="http://schemas.openxmlformats.org/officeDocument/2006/relationships/image" Target="../media/image139.wmf"/><Relationship Id="rId6" Type="http://schemas.openxmlformats.org/officeDocument/2006/relationships/oleObject" Target="../embeddings/oleObject134.bin"/><Relationship Id="rId5" Type="http://schemas.openxmlformats.org/officeDocument/2006/relationships/image" Target="../media/image138.wmf"/><Relationship Id="rId4" Type="http://schemas.openxmlformats.org/officeDocument/2006/relationships/oleObject" Target="../embeddings/oleObject133.bin"/><Relationship Id="rId3" Type="http://schemas.openxmlformats.org/officeDocument/2006/relationships/image" Target="../media/image137.wmf"/><Relationship Id="rId26" Type="http://schemas.openxmlformats.org/officeDocument/2006/relationships/notesSlide" Target="../notesSlides/notesSlide13.xml"/><Relationship Id="rId25" Type="http://schemas.openxmlformats.org/officeDocument/2006/relationships/vmlDrawing" Target="../drawings/vmlDrawing11.vml"/><Relationship Id="rId24" Type="http://schemas.openxmlformats.org/officeDocument/2006/relationships/slideLayout" Target="../slideLayouts/slideLayout6.xml"/><Relationship Id="rId23" Type="http://schemas.openxmlformats.org/officeDocument/2006/relationships/image" Target="../media/image147.wmf"/><Relationship Id="rId22" Type="http://schemas.openxmlformats.org/officeDocument/2006/relationships/oleObject" Target="../embeddings/oleObject142.bin"/><Relationship Id="rId21" Type="http://schemas.openxmlformats.org/officeDocument/2006/relationships/image" Target="../media/image146.wmf"/><Relationship Id="rId20" Type="http://schemas.openxmlformats.org/officeDocument/2006/relationships/oleObject" Target="../embeddings/oleObject141.bin"/><Relationship Id="rId2" Type="http://schemas.openxmlformats.org/officeDocument/2006/relationships/oleObject" Target="../embeddings/oleObject132.bin"/><Relationship Id="rId19" Type="http://schemas.openxmlformats.org/officeDocument/2006/relationships/image" Target="../media/image145.wmf"/><Relationship Id="rId18" Type="http://schemas.openxmlformats.org/officeDocument/2006/relationships/oleObject" Target="../embeddings/oleObject140.bin"/><Relationship Id="rId17" Type="http://schemas.openxmlformats.org/officeDocument/2006/relationships/image" Target="../media/image144.wmf"/><Relationship Id="rId16" Type="http://schemas.openxmlformats.org/officeDocument/2006/relationships/oleObject" Target="../embeddings/oleObject139.bin"/><Relationship Id="rId15" Type="http://schemas.openxmlformats.org/officeDocument/2006/relationships/image" Target="../media/image143.wmf"/><Relationship Id="rId14" Type="http://schemas.openxmlformats.org/officeDocument/2006/relationships/oleObject" Target="../embeddings/oleObject138.bin"/><Relationship Id="rId13" Type="http://schemas.openxmlformats.org/officeDocument/2006/relationships/image" Target="../media/image142.wmf"/><Relationship Id="rId12" Type="http://schemas.openxmlformats.org/officeDocument/2006/relationships/oleObject" Target="../embeddings/oleObject137.bin"/><Relationship Id="rId11" Type="http://schemas.openxmlformats.org/officeDocument/2006/relationships/image" Target="../media/image141.wmf"/><Relationship Id="rId10" Type="http://schemas.openxmlformats.org/officeDocument/2006/relationships/oleObject" Target="../embeddings/oleObject136.bin"/><Relationship Id="rId1" Type="http://schemas.openxmlformats.org/officeDocument/2006/relationships/tags" Target="../tags/tag7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1.wmf"/><Relationship Id="rId8" Type="http://schemas.openxmlformats.org/officeDocument/2006/relationships/oleObject" Target="../embeddings/oleObject146.bin"/><Relationship Id="rId7" Type="http://schemas.openxmlformats.org/officeDocument/2006/relationships/image" Target="../media/image150.wmf"/><Relationship Id="rId6" Type="http://schemas.openxmlformats.org/officeDocument/2006/relationships/oleObject" Target="../embeddings/oleObject145.bin"/><Relationship Id="rId5" Type="http://schemas.openxmlformats.org/officeDocument/2006/relationships/image" Target="../media/image149.wmf"/><Relationship Id="rId4" Type="http://schemas.openxmlformats.org/officeDocument/2006/relationships/oleObject" Target="../embeddings/oleObject144.bin"/><Relationship Id="rId3" Type="http://schemas.openxmlformats.org/officeDocument/2006/relationships/image" Target="../media/image148.wmf"/><Relationship Id="rId24" Type="http://schemas.openxmlformats.org/officeDocument/2006/relationships/notesSlide" Target="../notesSlides/notesSlide14.xml"/><Relationship Id="rId23" Type="http://schemas.openxmlformats.org/officeDocument/2006/relationships/vmlDrawing" Target="../drawings/vmlDrawing12.vml"/><Relationship Id="rId22" Type="http://schemas.openxmlformats.org/officeDocument/2006/relationships/slideLayout" Target="../slideLayouts/slideLayout6.xml"/><Relationship Id="rId21" Type="http://schemas.openxmlformats.org/officeDocument/2006/relationships/image" Target="../media/image157.wmf"/><Relationship Id="rId20" Type="http://schemas.openxmlformats.org/officeDocument/2006/relationships/oleObject" Target="../embeddings/oleObject152.bin"/><Relationship Id="rId2" Type="http://schemas.openxmlformats.org/officeDocument/2006/relationships/oleObject" Target="../embeddings/oleObject143.bin"/><Relationship Id="rId19" Type="http://schemas.openxmlformats.org/officeDocument/2006/relationships/image" Target="../media/image156.wmf"/><Relationship Id="rId18" Type="http://schemas.openxmlformats.org/officeDocument/2006/relationships/oleObject" Target="../embeddings/oleObject151.bin"/><Relationship Id="rId17" Type="http://schemas.openxmlformats.org/officeDocument/2006/relationships/image" Target="../media/image155.wmf"/><Relationship Id="rId16" Type="http://schemas.openxmlformats.org/officeDocument/2006/relationships/oleObject" Target="../embeddings/oleObject150.bin"/><Relationship Id="rId15" Type="http://schemas.openxmlformats.org/officeDocument/2006/relationships/image" Target="../media/image154.wmf"/><Relationship Id="rId14" Type="http://schemas.openxmlformats.org/officeDocument/2006/relationships/oleObject" Target="../embeddings/oleObject149.bin"/><Relationship Id="rId13" Type="http://schemas.openxmlformats.org/officeDocument/2006/relationships/image" Target="../media/image153.wmf"/><Relationship Id="rId12" Type="http://schemas.openxmlformats.org/officeDocument/2006/relationships/oleObject" Target="../embeddings/oleObject148.bin"/><Relationship Id="rId11" Type="http://schemas.openxmlformats.org/officeDocument/2006/relationships/image" Target="../media/image152.wmf"/><Relationship Id="rId10" Type="http://schemas.openxmlformats.org/officeDocument/2006/relationships/oleObject" Target="../embeddings/oleObject147.bin"/><Relationship Id="rId1" Type="http://schemas.openxmlformats.org/officeDocument/2006/relationships/tags" Target="../tags/tag7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tags" Target="../tags/tag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文本框 1"/>
          <p:cNvSpPr txBox="1"/>
          <p:nvPr/>
        </p:nvSpPr>
        <p:spPr>
          <a:xfrm>
            <a:off x="2502694" y="2132892"/>
            <a:ext cx="4138612" cy="10156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algn="ctr"/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组会汇报</a:t>
            </a:r>
            <a:endParaRPr lang="zh-CN" altLang="en-US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5868108" y="4581096"/>
            <a:ext cx="2520210" cy="646331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汇报时间：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2026.03.27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张新科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9664" y="1556844"/>
            <a:ext cx="8064672" cy="280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汇报内容：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编写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MZM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总板测试代码，实现板级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bring up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进行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标定与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FFT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加窗测量测试，尝试提升导频谐波功率测量精度；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分析模拟信号处理链路噪声问题，重新设计信号处理电路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重新设计偏压控制板，优化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ADC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DAC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、运放等的选型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尝试训练正弦波逼近神经网络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，并部署至单片机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使用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辅助搭建新偏压板程序框架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5086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硬件相位延迟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光电检测链路（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PD → TIA → ADC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）在信号频率处引入相位延迟。设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为群延迟，则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算法检测到的信号相对于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DAC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发出的导频有一个相位偏移：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其中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为谐波阶数。因此：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         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）的相位偏移：          ，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               ）的相位偏移：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算法输出复数                 ，可分解为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（同相）和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（正交）分量：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考虑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82°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相位偏移后，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I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分量：                                ，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分量：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分量携带了约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7.1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倍于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分量的信号能量。实测验证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如果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误用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分量（同相），则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行的有效幅度仅为正确值的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1/7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，导致仿射矩阵    的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行接近零行，行列式   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，矩阵近乎奇异。仿射逆变换中的噪声被放大约          倍，在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QUAD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处（          ）彻底淹没相位信号。因此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信号投影必须使用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分量。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pt-BR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H1 </a:t>
            </a:r>
            <a:r>
              <a:rPr lang="zh-CN" altLang="pt-BR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同理使用 </a:t>
            </a:r>
            <a:r>
              <a:rPr lang="pt-BR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 </a:t>
            </a:r>
            <a:r>
              <a:rPr lang="zh-CN" altLang="pt-BR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分量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，因为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H1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的相位偏移仅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41°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cos(41°)=0.755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仍为主导分量。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881488" y="1617102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" imgW="3962400" imgH="5486400" progId="Equation.DSMT4">
                  <p:embed/>
                </p:oleObj>
              </mc:Choice>
              <mc:Fallback>
                <p:oleObj name="Equation" r:id="rId2" imgW="3962400" imgH="54864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81488" y="1617102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3995952" y="2356179"/>
          <a:ext cx="1152096" cy="299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4" imgW="22250400" imgH="5791200" progId="Equation.DSMT4">
                  <p:embed/>
                </p:oleObj>
              </mc:Choice>
              <mc:Fallback>
                <p:oleObj name="Equation" r:id="rId4" imgW="22250400" imgH="57912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995952" y="2356179"/>
                        <a:ext cx="1152096" cy="299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645679" y="2750548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6" imgW="4876800" imgH="5486400" progId="Equation.DSMT4">
                  <p:embed/>
                </p:oleObj>
              </mc:Choice>
              <mc:Fallback>
                <p:oleObj name="Equation" r:id="rId6" imgW="4876800" imgH="54864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45679" y="2750548"/>
                        <a:ext cx="203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656523" y="2750115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8" imgW="5181600" imgH="5486400" progId="Equation.DSMT4">
                  <p:embed/>
                </p:oleObj>
              </mc:Choice>
              <mc:Fallback>
                <p:oleObj name="Equation" r:id="rId8" imgW="5181600" imgH="54864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56523" y="2750115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987223" y="2750548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0" imgW="16764000" imgH="5791200" progId="Equation.DSMT4">
                  <p:embed/>
                </p:oleObj>
              </mc:Choice>
              <mc:Fallback>
                <p:oleObj name="Equation" r:id="rId10" imgW="16764000" imgH="57912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87223" y="2750548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010156" y="2750115"/>
          <a:ext cx="800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2" imgW="19202400" imgH="5791200" progId="Equation.DSMT4">
                  <p:embed/>
                </p:oleObj>
              </mc:Choice>
              <mc:Fallback>
                <p:oleObj name="Equation" r:id="rId12" imgW="19202400" imgH="57912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10156" y="2750115"/>
                        <a:ext cx="800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877865" y="2745654"/>
          <a:ext cx="609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4" imgW="14630400" imgH="5791200" progId="Equation.DSMT4">
                  <p:embed/>
                </p:oleObj>
              </mc:Choice>
              <mc:Fallback>
                <p:oleObj name="Equation" r:id="rId14" imgW="14630400" imgH="57912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77865" y="2745654"/>
                        <a:ext cx="609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8024445" y="2737415"/>
          <a:ext cx="622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6" imgW="14935200" imgH="5791200" progId="Equation.DSMT4">
                  <p:embed/>
                </p:oleObj>
              </mc:Choice>
              <mc:Fallback>
                <p:oleObj name="Equation" r:id="rId16" imgW="14935200" imgH="57912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024445" y="2737415"/>
                        <a:ext cx="622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359846" y="3137945"/>
          <a:ext cx="889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8" imgW="21336000" imgH="5791200" progId="Equation.DSMT4">
                  <p:embed/>
                </p:oleObj>
              </mc:Choice>
              <mc:Fallback>
                <p:oleObj name="Equation" r:id="rId18" imgW="21336000" imgH="57912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359846" y="3137945"/>
                        <a:ext cx="889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203886" y="3454113"/>
          <a:ext cx="2736228" cy="279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0" imgW="53644800" imgH="5486400" progId="Equation.DSMT4">
                  <p:embed/>
                </p:oleObj>
              </mc:Choice>
              <mc:Fallback>
                <p:oleObj name="Equation" r:id="rId20" imgW="53644800" imgH="54864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203886" y="3454113"/>
                        <a:ext cx="2736228" cy="279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492854" y="3908398"/>
          <a:ext cx="1727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2" imgW="41452800" imgH="5791200" progId="Equation.DSMT4">
                  <p:embed/>
                </p:oleObj>
              </mc:Choice>
              <mc:Fallback>
                <p:oleObj name="Equation" r:id="rId22" imgW="41452800" imgH="5791200" progId="Equation.DSMT4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492854" y="3908398"/>
                        <a:ext cx="1727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084126" y="3908398"/>
          <a:ext cx="1701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4" imgW="40843200" imgH="5791200" progId="Equation.DSMT4">
                  <p:embed/>
                </p:oleObj>
              </mc:Choice>
              <mc:Fallback>
                <p:oleObj name="Equation" r:id="rId24" imgW="40843200" imgH="5791200" progId="Equation.DSMT4">
                  <p:embed/>
                  <p:pic>
                    <p:nvPicPr>
                      <p:cNvPr id="0" name="图片 2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084126" y="3908398"/>
                        <a:ext cx="1701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818323" y="4331206"/>
          <a:ext cx="1892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6" imgW="45415200" imgH="4876800" progId="Equation.DSMT4">
                  <p:embed/>
                </p:oleObj>
              </mc:Choice>
              <mc:Fallback>
                <p:oleObj name="Equation" r:id="rId26" imgW="45415200" imgH="4876800" progId="Equation.DSMT4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818323" y="4331206"/>
                        <a:ext cx="1892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405012" y="5057474"/>
          <a:ext cx="774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8" imgW="18592800" imgH="4876800" progId="Equation.DSMT4">
                  <p:embed/>
                </p:oleObj>
              </mc:Choice>
              <mc:Fallback>
                <p:oleObj name="Equation" r:id="rId28" imgW="18592800" imgH="4876800" progId="Equation.DSMT4">
                  <p:embed/>
                  <p:pic>
                    <p:nvPicPr>
                      <p:cNvPr id="0" name="图片 3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405012" y="5057474"/>
                        <a:ext cx="774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7194876" y="4743288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30" imgW="4876800" imgH="3962400" progId="Equation.DSMT4">
                  <p:embed/>
                </p:oleObj>
              </mc:Choice>
              <mc:Fallback>
                <p:oleObj name="Equation" r:id="rId30" imgW="4876800" imgH="3962400" progId="Equation.DSMT4">
                  <p:embed/>
                  <p:pic>
                    <p:nvPicPr>
                      <p:cNvPr id="0" name="图片 32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7194876" y="4743288"/>
                        <a:ext cx="2032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5906523" y="5048242"/>
          <a:ext cx="495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2" imgW="11887200" imgH="4876800" progId="Equation.DSMT4">
                  <p:embed/>
                </p:oleObj>
              </mc:Choice>
              <mc:Fallback>
                <p:oleObj name="Equation" r:id="rId32" imgW="11887200" imgH="4876800" progId="Equation.DSMT4">
                  <p:embed/>
                  <p:pic>
                    <p:nvPicPr>
                      <p:cNvPr id="0" name="图片 34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906523" y="5048242"/>
                        <a:ext cx="495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7950108" y="5057845"/>
          <a:ext cx="52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34" imgW="12496800" imgH="5486400" progId="Equation.DSMT4">
                  <p:embed/>
                </p:oleObj>
              </mc:Choice>
              <mc:Fallback>
                <p:oleObj name="Equation" r:id="rId34" imgW="12496800" imgH="5486400" progId="Equation.DSMT4">
                  <p:embed/>
                  <p:pic>
                    <p:nvPicPr>
                      <p:cNvPr id="0" name="图片 36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7950108" y="5057845"/>
                        <a:ext cx="520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564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Goertzel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算法推导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离散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Fourier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DFT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）将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点时域序列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x[n]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变换到频域：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本系统只需提取两个频率点（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kHz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=2 kHz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），不需要完整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FFT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算法高效计算单个频率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bin X[k]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，复杂度为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O(N)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，优于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FFT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O(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NlogN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（当提取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bin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数远小于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logN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频率 </a:t>
            </a: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bin </a:t>
            </a: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索引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对于采样率 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fs​=64 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kSPS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block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大小 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N=1280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，目标频率 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ftarget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​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，对应的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DFT bin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索引为：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本系统的两个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检测器：</a:t>
            </a:r>
            <a:r>
              <a:rPr lang="pt-BR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	                              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为精确整数，保证频率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bin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中心恰好落在目标频率上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二阶 </a:t>
            </a: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IIR </a:t>
            </a: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递推推导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算法的核心思想是将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X[k]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的计算重新组织为一个二阶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IIR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滤波器的递推过程。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定义归一化角频率：            ，以及反馈系数：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递推阶段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（对每个输入样本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x[n]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）：                                      ，初始条件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这是一个二阶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IIR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滤波器，每个样本仅需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次乘法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次加法，无需复数运算。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348606" y="1896816"/>
          <a:ext cx="2590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" imgW="62179200" imgH="10363200" progId="Equation.DSMT4">
                  <p:embed/>
                </p:oleObj>
              </mc:Choice>
              <mc:Fallback>
                <p:oleObj name="Equation" r:id="rId2" imgW="62179200" imgH="103632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48606" y="1896816"/>
                        <a:ext cx="25908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7861335" y="3415949"/>
          <a:ext cx="812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19507200" imgH="10972800" progId="Equation.DSMT4">
                  <p:embed/>
                </p:oleObj>
              </mc:Choice>
              <mc:Fallback>
                <p:oleObj name="Equation" r:id="rId4" imgW="19507200" imgH="109728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861335" y="3415949"/>
                        <a:ext cx="8128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3055414" y="3920460"/>
          <a:ext cx="1905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6" imgW="45720000" imgH="5486400" progId="Equation.DSMT4">
                  <p:embed/>
                </p:oleObj>
              </mc:Choice>
              <mc:Fallback>
                <p:oleObj name="Equation" r:id="rId6" imgW="45720000" imgH="54864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55414" y="3920460"/>
                        <a:ext cx="1905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107903" y="3920397"/>
          <a:ext cx="1930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8" imgW="46329600" imgH="5486400" progId="Equation.DSMT4">
                  <p:embed/>
                </p:oleObj>
              </mc:Choice>
              <mc:Fallback>
                <p:oleObj name="Equation" r:id="rId8" imgW="46329600" imgH="54864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07903" y="3920397"/>
                        <a:ext cx="1930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051790" y="5427267"/>
          <a:ext cx="635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0" imgW="15240000" imgH="9448800" progId="Equation.DSMT4">
                  <p:embed/>
                </p:oleObj>
              </mc:Choice>
              <mc:Fallback>
                <p:oleObj name="Equation" r:id="rId10" imgW="15240000" imgH="94488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51790" y="5427267"/>
                        <a:ext cx="635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4139964" y="5509817"/>
          <a:ext cx="723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2" imgW="17373600" imgH="5486400" progId="Equation.DSMT4">
                  <p:embed/>
                </p:oleObj>
              </mc:Choice>
              <mc:Fallback>
                <p:oleObj name="Equation" r:id="rId12" imgW="17373600" imgH="54864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139964" y="5509817"/>
                        <a:ext cx="723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344075" y="5935829"/>
          <a:ext cx="2006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4" imgW="48158400" imgH="4876800" progId="Equation.DSMT4">
                  <p:embed/>
                </p:oleObj>
              </mc:Choice>
              <mc:Fallback>
                <p:oleObj name="Equation" r:id="rId14" imgW="48158400" imgH="48768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344075" y="5935829"/>
                        <a:ext cx="20066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6268153" y="5926908"/>
          <a:ext cx="1054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6" imgW="25298400" imgH="4876800" progId="Equation.DSMT4">
                  <p:embed/>
                </p:oleObj>
              </mc:Choice>
              <mc:Fallback>
                <p:oleObj name="Equation" r:id="rId16" imgW="25298400" imgH="48768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6268153" y="5926908"/>
                        <a:ext cx="1054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444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Goertzel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算法推导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终止阶段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个样本处理完毕后）：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分离实部和虚部：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幅度</a:t>
            </a: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相位提取与归一化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从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输出中提取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I/Q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分量，并归一化到正弦波幅度：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归一化因子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使得：若输入为纯正弦                                      ，则：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其中    为正弦波相对于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DFT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窗口起点的相位（与   差一个已知的参考相位偏移）。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计算量对比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在仅需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1–2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bin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时比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FFT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节省约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63%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的乘法运算，且不需要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点复数缓冲区（仅用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个状态变量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s1, s2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），在嵌入式系统（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STM32H523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FPv5-SP FPU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）上具有显著优势。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325851" y="1623269"/>
          <a:ext cx="1981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" imgW="47548800" imgH="5486400" progId="Equation.DSMT4">
                  <p:embed/>
                </p:oleObj>
              </mc:Choice>
              <mc:Fallback>
                <p:oleObj name="Equation" r:id="rId2" imgW="47548800" imgH="54864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25851" y="1623269"/>
                        <a:ext cx="1981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897906" y="2029174"/>
          <a:ext cx="2374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4" imgW="56997600" imgH="5486400" progId="Equation.DSMT4">
                  <p:embed/>
                </p:oleObj>
              </mc:Choice>
              <mc:Fallback>
                <p:oleObj name="Equation" r:id="rId4" imgW="56997600" imgH="54864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97906" y="2029174"/>
                        <a:ext cx="2374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911460" y="2029174"/>
          <a:ext cx="1727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6" imgW="41452800" imgH="5486400" progId="Equation.DSMT4">
                  <p:embed/>
                </p:oleObj>
              </mc:Choice>
              <mc:Fallback>
                <p:oleObj name="Equation" r:id="rId6" imgW="41452800" imgH="54864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11460" y="2029174"/>
                        <a:ext cx="1727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220054" y="2734622"/>
          <a:ext cx="2654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8" imgW="63703200" imgH="9448800" progId="Equation.DSMT4">
                  <p:embed/>
                </p:oleObj>
              </mc:Choice>
              <mc:Fallback>
                <p:oleObj name="Equation" r:id="rId8" imgW="63703200" imgH="94488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20054" y="2734622"/>
                        <a:ext cx="26543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382070" y="3239475"/>
          <a:ext cx="355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0" imgW="8534400" imgH="4267200" progId="Equation.DSMT4">
                  <p:embed/>
                </p:oleObj>
              </mc:Choice>
              <mc:Fallback>
                <p:oleObj name="Equation" r:id="rId10" imgW="8534400" imgH="42672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82070" y="3239475"/>
                        <a:ext cx="355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563916" y="3207725"/>
          <a:ext cx="1955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2" imgW="46939200" imgH="5791200" progId="Equation.DSMT4">
                  <p:embed/>
                </p:oleObj>
              </mc:Choice>
              <mc:Fallback>
                <p:oleObj name="Equation" r:id="rId12" imgW="46939200" imgH="57912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563916" y="3207725"/>
                        <a:ext cx="1955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640051" y="3528428"/>
          <a:ext cx="16764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4" imgW="40233600" imgH="7010400" progId="Equation.DSMT4">
                  <p:embed/>
                </p:oleObj>
              </mc:Choice>
              <mc:Fallback>
                <p:oleObj name="Equation" r:id="rId14" imgW="40233600" imgH="70104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640051" y="3528428"/>
                        <a:ext cx="16764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4911460" y="3566666"/>
          <a:ext cx="1689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6" imgW="40538400" imgH="5486400" progId="Equation.DSMT4">
                  <p:embed/>
                </p:oleObj>
              </mc:Choice>
              <mc:Fallback>
                <p:oleObj name="Equation" r:id="rId16" imgW="40538400" imgH="54864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11460" y="3566666"/>
                        <a:ext cx="1689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57312" y="4022331"/>
          <a:ext cx="1651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8" imgW="3962400" imgH="4876800" progId="Equation.DSMT4">
                  <p:embed/>
                </p:oleObj>
              </mc:Choice>
              <mc:Fallback>
                <p:oleObj name="Equation" r:id="rId18" imgW="3962400" imgH="48768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57312" y="4022331"/>
                        <a:ext cx="1651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355982" y="4017870"/>
          <a:ext cx="1270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0" imgW="3048000" imgH="4876800" progId="Equation.DSMT4">
                  <p:embed/>
                </p:oleObj>
              </mc:Choice>
              <mc:Fallback>
                <p:oleObj name="Equation" r:id="rId20" imgW="3048000" imgH="48768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355982" y="4017870"/>
                        <a:ext cx="1270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Goertzel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算法推导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固件实现结构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goertzel_process_sample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ADC DRDY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中断（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64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kSPS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）中被调用，因此单次执行必须在 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1/64000≈15.6 </a:t>
            </a:r>
            <a:r>
              <a:rPr lang="el-GR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μ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内完成。实测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Cortex-M33 @ 250 MHz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上仅需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~50 ns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FPU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指令）。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>
            <a:clrChange>
              <a:clrFrom>
                <a:srgbClr val="EAEAEA"/>
              </a:clrFrom>
              <a:clrTo>
                <a:srgbClr val="EAEAE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58006" y="1995328"/>
            <a:ext cx="4572000" cy="27661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5563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数字域滤波处理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多块鲁棒平均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每个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块完成后，幅度和相位被转换为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I/Q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分量存储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其中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b=0,1,…,D−1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为块索引。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ms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 = 1280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个样本）输出一组 ，控制器将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 = 10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个连续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块的结果汇聚后再执行一次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更新，形成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Hz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控制节拍。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个块的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I/Q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值通过中值裁剪鲁棒均值汇聚，去除排序后的最小值和最大值后取算术平均。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IQ EMA </a:t>
            </a: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低通滤波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鲁棒均值输出经指数移动平均（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EMA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）滤波，进一步平滑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Hz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控制速率的更新。其中           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EMA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等价于一阶低通滤波器，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-3 dB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截止频率为：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EMA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的等效时间常数为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经过以上滤波的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I/Q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值重建为幅度和相位                               ，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763766" y="2400608"/>
          <a:ext cx="2578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" imgW="61874400" imgH="5791200" progId="Equation.DSMT4">
                  <p:embed/>
                </p:oleObj>
              </mc:Choice>
              <mc:Fallback>
                <p:oleObj name="Equation" r:id="rId2" imgW="61874400" imgH="57912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3766" y="2400608"/>
                        <a:ext cx="2578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004036" y="2380051"/>
          <a:ext cx="2578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61874400" imgH="5791200" progId="Equation.DSMT4">
                  <p:embed/>
                </p:oleObj>
              </mc:Choice>
              <mc:Fallback>
                <p:oleObj name="Equation" r:id="rId4" imgW="61874400" imgH="5791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04036" y="2380051"/>
                        <a:ext cx="2578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725666" y="4975844"/>
          <a:ext cx="2654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6" imgW="63703200" imgH="5486400" progId="Equation.DSMT4">
                  <p:embed/>
                </p:oleObj>
              </mc:Choice>
              <mc:Fallback>
                <p:oleObj name="Equation" r:id="rId6" imgW="63703200" imgH="54864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25666" y="4975844"/>
                        <a:ext cx="2654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4896086" y="4975844"/>
          <a:ext cx="279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8" imgW="67056000" imgH="5486400" progId="Equation.DSMT4">
                  <p:embed/>
                </p:oleObj>
              </mc:Choice>
              <mc:Fallback>
                <p:oleObj name="Equation" r:id="rId8" imgW="67056000" imgH="54864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96086" y="4975844"/>
                        <a:ext cx="2794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7265899" y="4652173"/>
          <a:ext cx="5715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0" imgW="13716000" imgH="4267200" progId="Equation.DSMT4">
                  <p:embed/>
                </p:oleObj>
              </mc:Choice>
              <mc:Fallback>
                <p:oleObj name="Equation" r:id="rId10" imgW="13716000" imgH="42672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265899" y="4652173"/>
                        <a:ext cx="5715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4427988" y="5334049"/>
          <a:ext cx="212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2" imgW="50901600" imgH="9448800" progId="Equation.DSMT4">
                  <p:embed/>
                </p:oleObj>
              </mc:Choice>
              <mc:Fallback>
                <p:oleObj name="Equation" r:id="rId12" imgW="50901600" imgH="94488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427988" y="5334049"/>
                        <a:ext cx="2120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483826" y="5748727"/>
          <a:ext cx="2794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4" imgW="67056000" imgH="10058400" progId="Equation.DSMT4">
                  <p:embed/>
                </p:oleObj>
              </mc:Choice>
              <mc:Fallback>
                <p:oleObj name="Equation" r:id="rId14" imgW="67056000" imgH="100584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83826" y="5748727"/>
                        <a:ext cx="27940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835400" y="6188805"/>
          <a:ext cx="1473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6" imgW="35356800" imgH="7315200" progId="Equation.DSMT4">
                  <p:embed/>
                </p:oleObj>
              </mc:Choice>
              <mc:Fallback>
                <p:oleObj name="Equation" r:id="rId16" imgW="35356800" imgH="7315200" progId="Equation.DSMT4">
                  <p:embed/>
                  <p:pic>
                    <p:nvPicPr>
                      <p:cNvPr id="0" name="对象 1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835400" y="6188805"/>
                        <a:ext cx="14732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604856" y="6220690"/>
          <a:ext cx="1689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8" imgW="40538400" imgH="5791200" progId="Equation.DSMT4">
                  <p:embed/>
                </p:oleObj>
              </mc:Choice>
              <mc:Fallback>
                <p:oleObj name="Equation" r:id="rId18" imgW="40538400" imgH="5791200" progId="Equation.DSMT4">
                  <p:embed/>
                  <p:pic>
                    <p:nvPicPr>
                      <p:cNvPr id="0" name="对象 1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604856" y="6220690"/>
                        <a:ext cx="1689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444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标定算法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双扫描校准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控制器运行前需要建立一个从谐波信号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(H1, H2)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到偏压相位 </a:t>
            </a:r>
            <a:r>
              <a:rPr lang="el-GR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φ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的精确映射模型。单次扫描试图同时确定所有参数时，面临精度与速度的矛盾，因此使用双扫描方案：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</a:t>
            </a:r>
            <a:r>
              <a:rPr lang="en-US" altLang="zh-CN" sz="1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Pass 1（</a:t>
            </a:r>
            <a:r>
              <a:rPr lang="zh-CN" altLang="en-US" sz="1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快扫）</a:t>
            </a: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                              </a:t>
            </a:r>
            <a:r>
              <a:rPr lang="en-US" altLang="zh-CN" sz="1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Pass 2（</a:t>
            </a:r>
            <a:r>
              <a:rPr lang="zh-CN" altLang="en-US" sz="14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慢扫）</a:t>
            </a:r>
            <a:endParaRPr lang="zh-CN" altLang="en-US" sz="1400" b="1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zh-CN" altLang="en-US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619754" y="2718048"/>
          <a:ext cx="5904492" cy="782958"/>
        </p:xfrm>
        <a:graphic>
          <a:graphicData uri="http://schemas.openxmlformats.org/drawingml/2006/table">
            <a:tbl>
              <a:tblPr/>
              <a:tblGrid>
                <a:gridCol w="1296108"/>
                <a:gridCol w="1728144"/>
                <a:gridCol w="1728144"/>
                <a:gridCol w="504042"/>
                <a:gridCol w="64805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扫描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目的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范围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精度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速度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Pass 1（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快扫）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确定 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</a:t>
                      </a:r>
                      <a:r>
                        <a:rPr lang="el-G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π​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和慢扫范围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全范围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±10 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粗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~13 s</a:t>
                      </a:r>
                      <a:endParaRPr 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Pass 2（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慢扫）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建立仿射模型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单个 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</a:t>
                      </a:r>
                      <a:r>
                        <a:rPr lang="el-G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π​ 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周期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±15%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~4 s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79634" y="4266320"/>
          <a:ext cx="4536378" cy="1826902"/>
        </p:xfrm>
        <a:graphic>
          <a:graphicData uri="http://schemas.openxmlformats.org/drawingml/2006/table">
            <a:tbl>
              <a:tblPr/>
              <a:tblGrid>
                <a:gridCol w="874530"/>
                <a:gridCol w="1645680"/>
                <a:gridCol w="2016168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起点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−(10−</a:t>
                      </a:r>
                      <a:r>
                        <a:rPr lang="en-US" sz="14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​) V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留出导频余量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终点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n-NO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+(10−</a:t>
                      </a:r>
                      <a:r>
                        <a:rPr lang="nn-NO" sz="14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</a:t>
                      </a:r>
                      <a:r>
                        <a:rPr lang="nn-NO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​) V</a:t>
                      </a:r>
                      <a:endParaRPr lang="nn-NO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步进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 V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约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 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每步测量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Goertzel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blocks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60ms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测量 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+ 2ms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稳定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总时间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~13 s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200×(60+2) 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ms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i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</a:t>
                      </a:r>
                      <a:r>
                        <a:rPr lang="el-GR" altLang="zh-CN" sz="1400" b="0" i="1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π</a:t>
                      </a:r>
                      <a:r>
                        <a:rPr lang="el-GR" altLang="zh-CN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​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Vleft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</a:t>
                      </a:r>
                      <a:r>
                        <a:rPr lang="en-US" altLang="zh-CN" sz="1400" b="0" kern="1200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Vright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4859643" y="4266320"/>
          <a:ext cx="3960330" cy="1826902"/>
        </p:xfrm>
        <a:graphic>
          <a:graphicData uri="http://schemas.openxmlformats.org/drawingml/2006/table">
            <a:tbl>
              <a:tblPr/>
              <a:tblGrid>
                <a:gridCol w="864072"/>
                <a:gridCol w="1728144"/>
                <a:gridCol w="1368114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说明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起点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Vleft−0.15V</a:t>
                      </a:r>
                      <a:r>
                        <a:rPr lang="el-G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π</a:t>
                      </a:r>
                      <a:endParaRPr lang="el-GR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周期外延 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</a:t>
                      </a:r>
                      <a:endParaRPr lang="en-US" altLang="zh-CN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终点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Vright+0.15V</a:t>
                      </a:r>
                      <a:r>
                        <a:rPr lang="el-G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π</a:t>
                      </a:r>
                      <a:endParaRPr lang="el-GR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步进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0.05 V</a:t>
                      </a:r>
                      <a:endParaRPr 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~130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步（典型）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每步测量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Goertzel</a:t>
                      </a:r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blocks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 ms 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测量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总时间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~4 s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建立仿射模型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4363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标定算法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仿射模型最小二乘拟合</a:t>
            </a:r>
            <a:endParaRPr lang="zh-CN" altLang="en-US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H1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的有符号信号分别正比于       和       。考虑硬件增益、偏置和相位延迟后，实际测量的谐波信号可以用仿射模型表示：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简写为                  ，其中：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           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：仪器偏置（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Goertzel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零频泄漏、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TIA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偏移等）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2x2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矩阵，各元素包含光功率、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Bessel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系数、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TIA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增益、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I/Q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投影方向等因素的综合效应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                      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：相位向量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对角主导性：理想情况下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应该是对角矩阵（     仅依赖      ，     仅依赖       ），但硬件相位延迟引入的交叉耦合使     和     非零。通用仿射模型无需假设对角性，因此对任意硬件配置都适用。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281482" y="2044900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" imgW="8229600" imgH="4876800" progId="Equation.DSMT4">
                  <p:embed/>
                </p:oleObj>
              </mc:Choice>
              <mc:Fallback>
                <p:oleObj name="Equation" r:id="rId2" imgW="8229600" imgH="48768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81482" y="2044900"/>
                        <a:ext cx="34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821935" y="2076146"/>
          <a:ext cx="3556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8534400" imgH="3962400" progId="Equation.DSMT4">
                  <p:embed/>
                </p:oleObj>
              </mc:Choice>
              <mc:Fallback>
                <p:oleObj name="Equation" r:id="rId4" imgW="8534400" imgH="39624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21935" y="2076146"/>
                        <a:ext cx="3556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19904" y="2566351"/>
          <a:ext cx="2304192" cy="527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6" imgW="50596800" imgH="11582400" progId="Equation.DSMT4">
                  <p:embed/>
                </p:oleObj>
              </mc:Choice>
              <mc:Fallback>
                <p:oleObj name="Equation" r:id="rId6" imgW="50596800" imgH="115824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19904" y="2566351"/>
                        <a:ext cx="2304192" cy="5274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042869" y="3152289"/>
          <a:ext cx="914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8" imgW="21945600" imgH="4876800" progId="Equation.DSMT4">
                  <p:embed/>
                </p:oleObj>
              </mc:Choice>
              <mc:Fallback>
                <p:oleObj name="Equation" r:id="rId8" imgW="21945600" imgH="48768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042869" y="3152289"/>
                        <a:ext cx="914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35511" y="3533002"/>
          <a:ext cx="736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0" imgW="17678400" imgH="5791200" progId="Equation.DSMT4">
                  <p:embed/>
                </p:oleObj>
              </mc:Choice>
              <mc:Fallback>
                <p:oleObj name="Equation" r:id="rId10" imgW="17678400" imgH="57912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35511" y="3533002"/>
                        <a:ext cx="736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11670" y="3951815"/>
          <a:ext cx="2032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2" imgW="4876800" imgH="3962400" progId="Equation.DSMT4">
                  <p:embed/>
                </p:oleObj>
              </mc:Choice>
              <mc:Fallback>
                <p:oleObj name="Equation" r:id="rId12" imgW="4876800" imgH="39624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11670" y="3951815"/>
                        <a:ext cx="2032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634649" y="4320498"/>
          <a:ext cx="1308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4" imgW="31394400" imgH="5486400" progId="Equation.DSMT4">
                  <p:embed/>
                </p:oleObj>
              </mc:Choice>
              <mc:Fallback>
                <p:oleObj name="Equation" r:id="rId14" imgW="31394400" imgH="54864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34649" y="4320498"/>
                        <a:ext cx="1308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437834" y="4738728"/>
          <a:ext cx="204787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6" imgW="204470" imgH="164465" progId="Equation.DSMT4">
                  <p:embed/>
                </p:oleObj>
              </mc:Choice>
              <mc:Fallback>
                <p:oleObj name="Equation" r:id="rId16" imgW="204470" imgH="164465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437834" y="4738728"/>
                        <a:ext cx="204787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4086210" y="4709817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8" imgW="5486400" imgH="5791200" progId="Equation.DSMT4">
                  <p:embed/>
                </p:oleObj>
              </mc:Choice>
              <mc:Fallback>
                <p:oleObj name="Equation" r:id="rId18" imgW="5486400" imgH="57912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086210" y="4709817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889724" y="4742150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0" imgW="8229600" imgH="4876800" progId="Equation.DSMT4">
                  <p:embed/>
                </p:oleObj>
              </mc:Choice>
              <mc:Fallback>
                <p:oleObj name="Equation" r:id="rId20" imgW="8229600" imgH="48768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889724" y="4742150"/>
                        <a:ext cx="34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346636" y="4723101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2" imgW="5486400" imgH="5791200" progId="Equation.DSMT4">
                  <p:embed/>
                </p:oleObj>
              </mc:Choice>
              <mc:Fallback>
                <p:oleObj name="Equation" r:id="rId22" imgW="5486400" imgH="5791200" progId="Equation.DSMT4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346636" y="4723101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6179157" y="4759612"/>
          <a:ext cx="3556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4" imgW="8534400" imgH="3962400" progId="Equation.DSMT4">
                  <p:embed/>
                </p:oleObj>
              </mc:Choice>
              <mc:Fallback>
                <p:oleObj name="Equation" r:id="rId24" imgW="8534400" imgH="3962400" progId="Equation.DSMT4">
                  <p:embed/>
                  <p:pic>
                    <p:nvPicPr>
                      <p:cNvPr id="0" name="图片 2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179157" y="4759612"/>
                        <a:ext cx="3556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402393" y="5041909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6" imgW="5791200" imgH="5486400" progId="Equation.DSMT4">
                  <p:embed/>
                </p:oleObj>
              </mc:Choice>
              <mc:Fallback>
                <p:oleObj name="Equation" r:id="rId26" imgW="5791200" imgH="5486400" progId="Equation.DSMT4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402393" y="5041909"/>
                        <a:ext cx="241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1838915" y="5037314"/>
          <a:ext cx="241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8" imgW="5791200" imgH="5486400" progId="Equation.DSMT4">
                  <p:embed/>
                </p:oleObj>
              </mc:Choice>
              <mc:Fallback>
                <p:oleObj name="Equation" r:id="rId28" imgW="5791200" imgH="5486400" progId="Equation.DSMT4">
                  <p:embed/>
                  <p:pic>
                    <p:nvPicPr>
                      <p:cNvPr id="0" name="图片 3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838915" y="5037314"/>
                        <a:ext cx="241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5163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标定算法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两阶段旋转基底拟合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直接对               和               做最小二乘会遇到一个问题：    从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Pass 1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得到，有约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±0.1V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的误差，导致相位              在扫描范围边缘产生几度的误差，影响拟合精度。因此采用两阶段旋转基底方法消除此影响：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：确定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H1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的相位偏移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以             为角频率，对     拟合三项模型：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这是一个线性最小二乘问题。    和     确定了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H1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信号相对于          的旋转角：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：用旋转后的基底拟合两行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定义旋转相位               ，以                为新基底，分别对     和     拟合：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其中     先经过高斯平滑（            ）以减小噪声对弱    信号的影响。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旋转角   被吸收进基底后，            （其中     是仿射逆变换的参考相位），使得拟合参数直接对应运行时的相位坐标。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025814" y="2036186"/>
          <a:ext cx="774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" imgW="18592800" imgH="5486400" progId="Equation.DSMT4">
                  <p:embed/>
                </p:oleObj>
              </mc:Choice>
              <mc:Fallback>
                <p:oleObj name="Equation" r:id="rId2" imgW="18592800" imgH="54864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5814" y="2036186"/>
                        <a:ext cx="774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979784" y="2036186"/>
          <a:ext cx="800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4" imgW="19202400" imgH="5486400" progId="Equation.DSMT4">
                  <p:embed/>
                </p:oleObj>
              </mc:Choice>
              <mc:Fallback>
                <p:oleObj name="Equation" r:id="rId4" imgW="19202400" imgH="54864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79784" y="2036186"/>
                        <a:ext cx="800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5076042" y="2036186"/>
          <a:ext cx="177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6" imgW="4267200" imgH="5486400" progId="Equation.DSMT4">
                  <p:embed/>
                </p:oleObj>
              </mc:Choice>
              <mc:Fallback>
                <p:oleObj name="Equation" r:id="rId6" imgW="4267200" imgH="54864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76042" y="2036186"/>
                        <a:ext cx="177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858982" y="2342718"/>
          <a:ext cx="723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8" imgW="17373600" imgH="5486400" progId="Equation.DSMT4">
                  <p:embed/>
                </p:oleObj>
              </mc:Choice>
              <mc:Fallback>
                <p:oleObj name="Equation" r:id="rId8" imgW="17373600" imgH="54864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58982" y="2342718"/>
                        <a:ext cx="723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779884" y="2780946"/>
          <a:ext cx="152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0" imgW="3657600" imgH="3962400" progId="Equation.DSMT4">
                  <p:embed/>
                </p:oleObj>
              </mc:Choice>
              <mc:Fallback>
                <p:oleObj name="Equation" r:id="rId10" imgW="3657600" imgH="39624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79884" y="2780946"/>
                        <a:ext cx="1524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690418" y="3148013"/>
          <a:ext cx="635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2" imgW="15240000" imgH="5486400" progId="Equation.DSMT4">
                  <p:embed/>
                </p:oleObj>
              </mc:Choice>
              <mc:Fallback>
                <p:oleObj name="Equation" r:id="rId12" imgW="15240000" imgH="54864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90418" y="3148013"/>
                        <a:ext cx="635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436668" y="3141663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4" imgW="5486400" imgH="5791200" progId="Equation.DSMT4">
                  <p:embed/>
                </p:oleObj>
              </mc:Choice>
              <mc:Fallback>
                <p:oleObj name="Equation" r:id="rId14" imgW="5486400" imgH="57912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436668" y="3141663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923946" y="3110233"/>
          <a:ext cx="2739278" cy="262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6" imgW="60350400" imgH="5791200" progId="Equation.DSMT4">
                  <p:embed/>
                </p:oleObj>
              </mc:Choice>
              <mc:Fallback>
                <p:oleObj name="Equation" r:id="rId16" imgW="60350400" imgH="57912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923946" y="3110233"/>
                        <a:ext cx="2739278" cy="2628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2779884" y="3548311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8" imgW="5181600" imgH="5486400" progId="Equation.DSMT4">
                  <p:embed/>
                </p:oleObj>
              </mc:Choice>
              <mc:Fallback>
                <p:oleObj name="Equation" r:id="rId18" imgW="5181600" imgH="54864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779884" y="3548311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203886" y="3546317"/>
          <a:ext cx="2286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0" imgW="5486400" imgH="5486400" progId="Equation.DSMT4">
                  <p:embed/>
                </p:oleObj>
              </mc:Choice>
              <mc:Fallback>
                <p:oleObj name="Equation" r:id="rId20" imgW="5486400" imgH="5486400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203886" y="3546317"/>
                        <a:ext cx="2286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5219831" y="3556708"/>
          <a:ext cx="5334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22" imgW="12801600" imgH="4876800" progId="Equation.DSMT4">
                  <p:embed/>
                </p:oleObj>
              </mc:Choice>
              <mc:Fallback>
                <p:oleObj name="Equation" r:id="rId22" imgW="12801600" imgH="48768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219831" y="3556708"/>
                        <a:ext cx="5334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6588168" y="3417008"/>
          <a:ext cx="1041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" name="Equation" r:id="rId24" imgW="24993600" imgH="11582400" progId="Equation.DSMT4">
                  <p:embed/>
                </p:oleObj>
              </mc:Choice>
              <mc:Fallback>
                <p:oleObj name="Equation" r:id="rId24" imgW="24993600" imgH="11582400" progId="Equation.DSMT4">
                  <p:embed/>
                  <p:pic>
                    <p:nvPicPr>
                      <p:cNvPr id="0" name="图片 17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6588168" y="3417008"/>
                        <a:ext cx="1041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1574044" y="4316705"/>
          <a:ext cx="774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26" imgW="18592800" imgH="5486400" progId="Equation.DSMT4">
                  <p:embed/>
                </p:oleObj>
              </mc:Choice>
              <mc:Fallback>
                <p:oleObj name="Equation" r:id="rId26" imgW="18592800" imgH="54864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574044" y="4316705"/>
                        <a:ext cx="774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697018" y="4332577"/>
          <a:ext cx="850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28" imgW="20421600" imgH="5486400" progId="Equation.DSMT4">
                  <p:embed/>
                </p:oleObj>
              </mc:Choice>
              <mc:Fallback>
                <p:oleObj name="Equation" r:id="rId28" imgW="20421600" imgH="5486400" progId="Equation.DSMT4">
                  <p:embed/>
                  <p:pic>
                    <p:nvPicPr>
                      <p:cNvPr id="0" name="图片 19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697018" y="4332577"/>
                        <a:ext cx="850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4972132" y="4324787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30" imgW="5486400" imgH="5791200" progId="Equation.DSMT4">
                  <p:embed/>
                </p:oleObj>
              </mc:Choice>
              <mc:Fallback>
                <p:oleObj name="Equation" r:id="rId30" imgW="5486400" imgH="57912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972132" y="4324787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5418317" y="4324787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2" imgW="5486400" imgH="5791200" progId="Equation.DSMT4">
                  <p:embed/>
                </p:oleObj>
              </mc:Choice>
              <mc:Fallback>
                <p:oleObj name="Equation" r:id="rId32" imgW="5486400" imgH="5791200" progId="Equation.DSMT4">
                  <p:embed/>
                  <p:pic>
                    <p:nvPicPr>
                      <p:cNvPr id="0" name="图片 34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418317" y="4324787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1832501" y="4650432"/>
          <a:ext cx="2110666" cy="284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" name="Equation" r:id="rId34" imgW="42976800" imgH="5791200" progId="Equation.DSMT4">
                  <p:embed/>
                </p:oleObj>
              </mc:Choice>
              <mc:Fallback>
                <p:oleObj name="Equation" r:id="rId34" imgW="42976800" imgH="5791200" progId="Equation.DSMT4">
                  <p:embed/>
                  <p:pic>
                    <p:nvPicPr>
                      <p:cNvPr id="0" name="图片 36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832501" y="4650432"/>
                        <a:ext cx="2110666" cy="284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4782181" y="4666331"/>
          <a:ext cx="2059336" cy="2717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" name="Equation" r:id="rId36" imgW="43891200" imgH="5791200" progId="Equation.DSMT4">
                  <p:embed/>
                </p:oleObj>
              </mc:Choice>
              <mc:Fallback>
                <p:oleObj name="Equation" r:id="rId36" imgW="43891200" imgH="5791200" progId="Equation.DSMT4">
                  <p:embed/>
                  <p:pic>
                    <p:nvPicPr>
                      <p:cNvPr id="0" name="图片 38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4782181" y="4666331"/>
                        <a:ext cx="2059336" cy="2717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858982" y="5097874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" name="Equation" r:id="rId38" imgW="5486400" imgH="5791200" progId="Equation.DSMT4">
                  <p:embed/>
                </p:oleObj>
              </mc:Choice>
              <mc:Fallback>
                <p:oleObj name="Equation" r:id="rId38" imgW="5486400" imgH="5791200" progId="Equation.DSMT4">
                  <p:embed/>
                  <p:pic>
                    <p:nvPicPr>
                      <p:cNvPr id="0" name="图片 40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858982" y="5097874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2519534" y="5150742"/>
          <a:ext cx="6731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" name="Equation" r:id="rId40" imgW="16154400" imgH="4267200" progId="Equation.DSMT4">
                  <p:embed/>
                </p:oleObj>
              </mc:Choice>
              <mc:Fallback>
                <p:oleObj name="Equation" r:id="rId40" imgW="16154400" imgH="4267200" progId="Equation.DSMT4">
                  <p:embed/>
                  <p:pic>
                    <p:nvPicPr>
                      <p:cNvPr id="0" name="图片 42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519534" y="5150742"/>
                        <a:ext cx="6731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4572000" y="5125342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" name="Equation" r:id="rId42" imgW="5181600" imgH="5486400" progId="Equation.DSMT4">
                  <p:embed/>
                </p:oleObj>
              </mc:Choice>
              <mc:Fallback>
                <p:oleObj name="Equation" r:id="rId42" imgW="5181600" imgH="5486400" progId="Equation.DSMT4">
                  <p:embed/>
                  <p:pic>
                    <p:nvPicPr>
                      <p:cNvPr id="0" name="图片 44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572000" y="5125342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1025814" y="5560416"/>
          <a:ext cx="152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" name="Equation" r:id="rId44" imgW="3657600" imgH="3962400" progId="Equation.DSMT4">
                  <p:embed/>
                </p:oleObj>
              </mc:Choice>
              <mc:Fallback>
                <p:oleObj name="Equation" r:id="rId44" imgW="3657600" imgH="3962400" progId="Equation.DSMT4">
                  <p:embed/>
                  <p:pic>
                    <p:nvPicPr>
                      <p:cNvPr id="0" name="图片 46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025814" y="5560416"/>
                        <a:ext cx="1524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2608434" y="5528666"/>
          <a:ext cx="647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" name="Equation" r:id="rId46" imgW="15544800" imgH="5486400" progId="Equation.DSMT4">
                  <p:embed/>
                </p:oleObj>
              </mc:Choice>
              <mc:Fallback>
                <p:oleObj name="Equation" r:id="rId46" imgW="15544800" imgH="5486400" progId="Equation.DSMT4">
                  <p:embed/>
                  <p:pic>
                    <p:nvPicPr>
                      <p:cNvPr id="0" name="图片 48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2608434" y="5528666"/>
                        <a:ext cx="647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3805827" y="5496916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" name="Equation" r:id="rId48" imgW="4572000" imgH="5486400" progId="Equation.DSMT4">
                  <p:embed/>
                </p:oleObj>
              </mc:Choice>
              <mc:Fallback>
                <p:oleObj name="Equation" r:id="rId48" imgW="4572000" imgH="5486400" progId="Equation.DSMT4">
                  <p:embed/>
                  <p:pic>
                    <p:nvPicPr>
                      <p:cNvPr id="0" name="图片 51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3805827" y="5496916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5717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标定算法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3×3 </a:t>
            </a: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法方程推导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每行的拟合都是标准的三参数线性最小二乘。以    为例，要最小化：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其中                  ，          。法方程为               ，展开为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3x3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线性系统：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用列主元高斯消元法求解此增广矩阵。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行列式检验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拟合完成后检验仿射矩阵的非奇异性：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若行列式过小，说明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H1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两行线性相关，仿射逆变换会放大噪声，标定失败。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RMSE </a:t>
            </a: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评估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拟合后计算残差均方根误差：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H1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典型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RMSE: ~0.005 mV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（信号幅度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~5 mV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，相对误差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~0.1%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 H2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典型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RMSE: ~0.002 mV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（信号幅度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~0.07 mV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，相对误差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~3%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）反映了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J2(m)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弱信号的信噪比限制。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4211970" y="2023640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" imgW="5486400" imgH="5791200" progId="Equation.DSMT4">
                  <p:embed/>
                </p:oleObj>
              </mc:Choice>
              <mc:Fallback>
                <p:oleObj name="Equation" r:id="rId2" imgW="5486400" imgH="57912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211970" y="2023640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5940114" y="1910637"/>
          <a:ext cx="2144112" cy="467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47548800" imgH="10363200" progId="Equation.DSMT4">
                  <p:embed/>
                </p:oleObj>
              </mc:Choice>
              <mc:Fallback>
                <p:oleObj name="Equation" r:id="rId4" imgW="47548800" imgH="10363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0114" y="1910637"/>
                        <a:ext cx="2144112" cy="4673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72837" y="2409104"/>
          <a:ext cx="685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6" imgW="16459200" imgH="5791200" progId="Equation.DSMT4">
                  <p:embed/>
                </p:oleObj>
              </mc:Choice>
              <mc:Fallback>
                <p:oleObj name="Equation" r:id="rId6" imgW="16459200" imgH="57912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72837" y="2409104"/>
                        <a:ext cx="685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751561" y="2409104"/>
          <a:ext cx="711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8" imgW="17068800" imgH="5791200" progId="Equation.DSMT4">
                  <p:embed/>
                </p:oleObj>
              </mc:Choice>
              <mc:Fallback>
                <p:oleObj name="Equation" r:id="rId8" imgW="17068800" imgH="57912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51561" y="2409104"/>
                        <a:ext cx="711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3395636" y="2409104"/>
          <a:ext cx="800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0" imgW="19202400" imgH="5486400" progId="Equation.DSMT4">
                  <p:embed/>
                </p:oleObj>
              </mc:Choice>
              <mc:Fallback>
                <p:oleObj name="Equation" r:id="rId10" imgW="19202400" imgH="54864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95636" y="2409104"/>
                        <a:ext cx="800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3130138" y="2697035"/>
          <a:ext cx="2883724" cy="83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2" imgW="60960000" imgH="17678400" progId="Equation.DSMT4">
                  <p:embed/>
                </p:oleObj>
              </mc:Choice>
              <mc:Fallback>
                <p:oleObj name="Equation" r:id="rId12" imgW="60960000" imgH="176784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30138" y="2697035"/>
                        <a:ext cx="2883724" cy="8362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512692" y="4398078"/>
          <a:ext cx="2088174" cy="254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4" imgW="47548800" imgH="5791200" progId="Equation.DSMT4">
                  <p:embed/>
                </p:oleObj>
              </mc:Choice>
              <mc:Fallback>
                <p:oleObj name="Equation" r:id="rId14" imgW="47548800" imgH="57912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512692" y="4398078"/>
                        <a:ext cx="2088174" cy="2543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771850" y="5474642"/>
          <a:ext cx="1600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6" imgW="38404800" imgH="11582400" progId="Equation.DSMT4">
                  <p:embed/>
                </p:oleObj>
              </mc:Choice>
              <mc:Fallback>
                <p:oleObj name="Equation" r:id="rId16" imgW="38404800" imgH="115824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2771850" y="5474642"/>
                        <a:ext cx="16002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4840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控制算法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仿射逆变换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标定阶段建立了仿射模型                   。运行时则反向求解：测量           ，估计相位向量：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其中      是经贝塞尔补偿后的仿射矩阵（见下文）。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2x2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矩阵求逆的显式公式：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其中                                （尚未归一化）。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贝塞尔补偿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若运行时导频幅度               （标定时的值），则调制指数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变化，谐波幅度通过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Bessel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函数按比例变化。仿射矩阵各行需独立缩放：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483826" y="2046562"/>
          <a:ext cx="939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" imgW="22555200" imgH="4876800" progId="Equation.DSMT4">
                  <p:embed/>
                </p:oleObj>
              </mc:Choice>
              <mc:Fallback>
                <p:oleObj name="Equation" r:id="rId2" imgW="22555200" imgH="48768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83826" y="2046562"/>
                        <a:ext cx="939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562390" y="2009345"/>
          <a:ext cx="596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4" imgW="14325600" imgH="5791200" progId="Equation.DSMT4">
                  <p:embed/>
                </p:oleObj>
              </mc:Choice>
              <mc:Fallback>
                <p:oleObj name="Equation" r:id="rId4" imgW="14325600" imgH="57912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62390" y="2009345"/>
                        <a:ext cx="596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555419" y="2004802"/>
          <a:ext cx="1224102" cy="25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6" imgW="26822400" imgH="5486400" progId="Equation.DSMT4">
                  <p:embed/>
                </p:oleObj>
              </mc:Choice>
              <mc:Fallback>
                <p:oleObj name="Equation" r:id="rId6" imgW="26822400" imgH="54864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555419" y="2004802"/>
                        <a:ext cx="1224102" cy="250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789130" y="2348910"/>
          <a:ext cx="1565739" cy="309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8" imgW="29260800" imgH="5791200" progId="Equation.DSMT4">
                  <p:embed/>
                </p:oleObj>
              </mc:Choice>
              <mc:Fallback>
                <p:oleObj name="Equation" r:id="rId8" imgW="29260800" imgH="5791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789130" y="2348910"/>
                        <a:ext cx="1565739" cy="3098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39932" y="2810309"/>
          <a:ext cx="304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0" imgW="7315200" imgH="5486400" progId="Equation.DSMT4">
                  <p:embed/>
                </p:oleObj>
              </mc:Choice>
              <mc:Fallback>
                <p:oleObj name="Equation" r:id="rId10" imgW="7315200" imgH="54864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39932" y="2810309"/>
                        <a:ext cx="304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2668361" y="3060697"/>
          <a:ext cx="1926572" cy="538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2" imgW="41452800" imgH="11582400" progId="Equation.DSMT4">
                  <p:embed/>
                </p:oleObj>
              </mc:Choice>
              <mc:Fallback>
                <p:oleObj name="Equation" r:id="rId12" imgW="41452800" imgH="115824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668361" y="3060697"/>
                        <a:ext cx="1926572" cy="5383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674426" y="3702552"/>
          <a:ext cx="2420032" cy="469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4" imgW="51816000" imgH="10058400" progId="Equation.DSMT4">
                  <p:embed/>
                </p:oleObj>
              </mc:Choice>
              <mc:Fallback>
                <p:oleObj name="Equation" r:id="rId14" imgW="51816000" imgH="100584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674426" y="3702552"/>
                        <a:ext cx="2420032" cy="4697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955375" y="3681034"/>
          <a:ext cx="2519649" cy="469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6" imgW="53949600" imgH="10058400" progId="Equation.DSMT4">
                  <p:embed/>
                </p:oleObj>
              </mc:Choice>
              <mc:Fallback>
                <p:oleObj name="Equation" r:id="rId16" imgW="53949600" imgH="100584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955375" y="3681034"/>
                        <a:ext cx="2519649" cy="4697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879432" y="4407059"/>
          <a:ext cx="1676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8" imgW="40233600" imgH="5486400" progId="Equation.DSMT4">
                  <p:embed/>
                </p:oleObj>
              </mc:Choice>
              <mc:Fallback>
                <p:oleObj name="Equation" r:id="rId18" imgW="40233600" imgH="54864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879432" y="4407059"/>
                        <a:ext cx="1676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907778" y="5173966"/>
          <a:ext cx="792066" cy="2933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0" imgW="16459200" imgH="6096000" progId="Equation.DSMT4">
                  <p:embed/>
                </p:oleObj>
              </mc:Choice>
              <mc:Fallback>
                <p:oleObj name="Equation" r:id="rId20" imgW="16459200" imgH="60960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907778" y="5173966"/>
                        <a:ext cx="792066" cy="2933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3722047" y="5505571"/>
          <a:ext cx="1699904" cy="538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2" imgW="36576000" imgH="11582400" progId="Equation.DSMT4">
                  <p:embed/>
                </p:oleObj>
              </mc:Choice>
              <mc:Fallback>
                <p:oleObj name="Equation" r:id="rId22" imgW="36576000" imgH="11582400" progId="Equation.DSMT4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3722047" y="5505571"/>
                        <a:ext cx="1699904" cy="538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239566" y="6147422"/>
          <a:ext cx="2485675" cy="538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4" imgW="47853600" imgH="10363200" progId="Equation.DSMT4">
                  <p:embed/>
                </p:oleObj>
              </mc:Choice>
              <mc:Fallback>
                <p:oleObj name="Equation" r:id="rId24" imgW="47853600" imgH="10363200" progId="Equation.DSMT4">
                  <p:embed/>
                  <p:pic>
                    <p:nvPicPr>
                      <p:cNvPr id="0" name="图片 2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3239566" y="6147422"/>
                        <a:ext cx="2485675" cy="5382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4517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控制算法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归一化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逆变换得到的               的模长取决于光功率：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通过归一化到单位圆：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得到                         ，它不依赖于：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光功率    ：    作为公共因子出现在     和     中，被比值消除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TIA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增益   ：同上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光电探测器响应度   ：同上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证明：设光功率从    变为           ，则                       。偏置    主要来自仪器零点（不随光功率变化），故：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归一化后         也被消除。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568822" y="2015793"/>
          <a:ext cx="749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" imgW="17983200" imgH="5486400" progId="Equation.DSMT4">
                  <p:embed/>
                </p:oleObj>
              </mc:Choice>
              <mc:Fallback>
                <p:oleObj name="Equation" r:id="rId2" imgW="17983200" imgH="54864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68822" y="2015793"/>
                        <a:ext cx="749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139964" y="1985869"/>
          <a:ext cx="1244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29870400" imgH="7010400" progId="Equation.DSMT4">
                  <p:embed/>
                </p:oleObj>
              </mc:Choice>
              <mc:Fallback>
                <p:oleObj name="Equation" r:id="rId4" imgW="29870400" imgH="70104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39964" y="1985869"/>
                        <a:ext cx="12446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2301577" y="2407355"/>
          <a:ext cx="2095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6" imgW="50292000" imgH="5486400" progId="Equation.DSMT4">
                  <p:embed/>
                </p:oleObj>
              </mc:Choice>
              <mc:Fallback>
                <p:oleObj name="Equation" r:id="rId6" imgW="50292000" imgH="54864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01577" y="2407355"/>
                        <a:ext cx="2095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73915" y="2831380"/>
          <a:ext cx="1282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8" imgW="30784800" imgH="4876800" progId="Equation.DSMT4">
                  <p:embed/>
                </p:oleObj>
              </mc:Choice>
              <mc:Fallback>
                <p:oleObj name="Equation" r:id="rId8" imgW="30784800" imgH="48768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73915" y="2831380"/>
                        <a:ext cx="1282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237135" y="3206742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0" imgW="4572000" imgH="5486400" progId="Equation.DSMT4">
                  <p:embed/>
                </p:oleObj>
              </mc:Choice>
              <mc:Fallback>
                <p:oleObj name="Equation" r:id="rId10" imgW="4572000" imgH="54864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237135" y="3206742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602895" y="3206742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2" imgW="4572000" imgH="5486400" progId="Equation.DSMT4">
                  <p:embed/>
                </p:oleObj>
              </mc:Choice>
              <mc:Fallback>
                <p:oleObj name="Equation" r:id="rId12" imgW="4572000" imgH="54864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602895" y="3206742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3434947" y="3209314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4" imgW="5486400" imgH="5791200" progId="Equation.DSMT4">
                  <p:embed/>
                </p:oleObj>
              </mc:Choice>
              <mc:Fallback>
                <p:oleObj name="Equation" r:id="rId14" imgW="5486400" imgH="57912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434947" y="3209314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3872076" y="3204853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6" imgW="5486400" imgH="5791200" progId="Equation.DSMT4">
                  <p:embed/>
                </p:oleObj>
              </mc:Choice>
              <mc:Fallback>
                <p:oleObj name="Equation" r:id="rId16" imgW="5486400" imgH="57912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872076" y="3204853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376619" y="3638348"/>
          <a:ext cx="152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" name="Equation" r:id="rId18" imgW="3657600" imgH="3962400" progId="Equation.DSMT4">
                  <p:embed/>
                </p:oleObj>
              </mc:Choice>
              <mc:Fallback>
                <p:oleObj name="Equation" r:id="rId18" imgW="3657600" imgH="3962400" progId="Equation.DSMT4">
                  <p:embed/>
                  <p:pic>
                    <p:nvPicPr>
                      <p:cNvPr id="0" name="图片 19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376619" y="3638348"/>
                        <a:ext cx="1524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129759" y="4044252"/>
          <a:ext cx="1270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20" imgW="3048000" imgH="3962400" progId="Equation.DSMT4">
                  <p:embed/>
                </p:oleObj>
              </mc:Choice>
              <mc:Fallback>
                <p:oleObj name="Equation" r:id="rId20" imgW="3048000" imgH="39624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29759" y="4044252"/>
                        <a:ext cx="1270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917700" y="4405313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2" imgW="3962400" imgH="5486400" progId="Equation.DSMT4">
                  <p:embed/>
                </p:oleObj>
              </mc:Choice>
              <mc:Fallback>
                <p:oleObj name="Equation" r:id="rId22" imgW="3962400" imgH="54864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917700" y="4405313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479386" y="4410508"/>
          <a:ext cx="55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" name="Equation" r:id="rId24" imgW="13411200" imgH="5486400" progId="Equation.DSMT4">
                  <p:embed/>
                </p:oleObj>
              </mc:Choice>
              <mc:Fallback>
                <p:oleObj name="Equation" r:id="rId24" imgW="13411200" imgH="5486400" progId="Equation.DSMT4">
                  <p:embed/>
                  <p:pic>
                    <p:nvPicPr>
                      <p:cNvPr id="0" name="图片 26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2479386" y="4410508"/>
                        <a:ext cx="55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3439391" y="4404158"/>
          <a:ext cx="1143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" name="Equation" r:id="rId26" imgW="27432000" imgH="5791200" progId="Equation.DSMT4">
                  <p:embed/>
                </p:oleObj>
              </mc:Choice>
              <mc:Fallback>
                <p:oleObj name="Equation" r:id="rId26" imgW="27432000" imgH="5791200" progId="Equation.DSMT4">
                  <p:embed/>
                  <p:pic>
                    <p:nvPicPr>
                      <p:cNvPr id="0" name="图片 28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439391" y="4404158"/>
                        <a:ext cx="1143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5194300" y="4458566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" name="Equation" r:id="rId28" imgW="3048000" imgH="3352800" progId="Equation.DSMT4">
                  <p:embed/>
                </p:oleObj>
              </mc:Choice>
              <mc:Fallback>
                <p:oleObj name="Equation" r:id="rId28" imgW="3048000" imgH="3352800" progId="Equation.DSMT4">
                  <p:embed/>
                  <p:pic>
                    <p:nvPicPr>
                      <p:cNvPr id="0" name="图片 30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194300" y="4458566"/>
                        <a:ext cx="1270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2710235" y="4720034"/>
          <a:ext cx="3723530" cy="270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" name="Equation" r:id="rId30" imgW="83820000" imgH="6096000" progId="Equation.DSMT4">
                  <p:embed/>
                </p:oleObj>
              </mc:Choice>
              <mc:Fallback>
                <p:oleObj name="Equation" r:id="rId30" imgW="83820000" imgH="6096000" progId="Equation.DSMT4">
                  <p:embed/>
                  <p:pic>
                    <p:nvPicPr>
                      <p:cNvPr id="0" name="图片 32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710235" y="4720034"/>
                        <a:ext cx="3723530" cy="2708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218046" y="5212917"/>
          <a:ext cx="431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" name="Equation" r:id="rId32" imgW="10363200" imgH="4876800" progId="Equation.DSMT4">
                  <p:embed/>
                </p:oleObj>
              </mc:Choice>
              <mc:Fallback>
                <p:oleObj name="Equation" r:id="rId32" imgW="10363200" imgH="4876800" progId="Equation.DSMT4">
                  <p:embed/>
                  <p:pic>
                    <p:nvPicPr>
                      <p:cNvPr id="0" name="图片 34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218046" y="5212917"/>
                        <a:ext cx="431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5717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控制算法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EMA </a:t>
            </a: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更新方程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归一化后       是瞬时测量值，噪声较大（尤其是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QUAD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附近          时   噪声最大）。通过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EMA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滤波平滑：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每次更新后重新归一化到单位圆：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双重归一化（测量值和观测器输出）确保相位向量始终在单位圆上。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自适应增益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和    根据目标工作点自适应调节。增益计算公式：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QUAD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处             ，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EMA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滤波器的等效时间常数为：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这意味着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obs_y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QUAD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附近对噪声的响应非常缓慢。</a:t>
            </a:r>
            <a:endParaRPr lang="zh-CN" altLang="en-US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201761" y="2032952"/>
          <a:ext cx="3683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" imgW="8839200" imgH="4876800" progId="Equation.DSMT4">
                  <p:embed/>
                </p:oleObj>
              </mc:Choice>
              <mc:Fallback>
                <p:oleObj name="Equation" r:id="rId2" imgW="8839200" imgH="48768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01761" y="2032952"/>
                        <a:ext cx="3683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226724" y="2028492"/>
          <a:ext cx="52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4" imgW="12496800" imgH="5486400" progId="Equation.DSMT4">
                  <p:embed/>
                </p:oleObj>
              </mc:Choice>
              <mc:Fallback>
                <p:oleObj name="Equation" r:id="rId4" imgW="12496800" imgH="54864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226724" y="2028492"/>
                        <a:ext cx="520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5946047" y="2028492"/>
          <a:ext cx="139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6" imgW="3352800" imgH="4876800" progId="Equation.DSMT4">
                  <p:embed/>
                </p:oleObj>
              </mc:Choice>
              <mc:Fallback>
                <p:oleObj name="Equation" r:id="rId6" imgW="3352800" imgH="48768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46047" y="2028492"/>
                        <a:ext cx="139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1543916" y="2438048"/>
          <a:ext cx="2806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8" imgW="67360800" imgH="5486400" progId="Equation.DSMT4">
                  <p:embed/>
                </p:oleObj>
              </mc:Choice>
              <mc:Fallback>
                <p:oleObj name="Equation" r:id="rId8" imgW="67360800" imgH="54864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43916" y="2438048"/>
                        <a:ext cx="2806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4793386" y="2431698"/>
          <a:ext cx="2832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0" imgW="67970400" imgH="5791200" progId="Equation.DSMT4">
                  <p:embed/>
                </p:oleObj>
              </mc:Choice>
              <mc:Fallback>
                <p:oleObj name="Equation" r:id="rId10" imgW="67970400" imgH="57912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93386" y="2431698"/>
                        <a:ext cx="2832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3162124" y="3121519"/>
          <a:ext cx="281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2" imgW="67665600" imgH="7315200" progId="Equation.DSMT4">
                  <p:embed/>
                </p:oleObj>
              </mc:Choice>
              <mc:Fallback>
                <p:oleObj name="Equation" r:id="rId12" imgW="67665600" imgH="73152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62124" y="3121519"/>
                        <a:ext cx="28194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05615" y="4393232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4" imgW="4572000" imgH="5486400" progId="Equation.DSMT4">
                  <p:embed/>
                </p:oleObj>
              </mc:Choice>
              <mc:Fallback>
                <p:oleObj name="Equation" r:id="rId14" imgW="4572000" imgH="54864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05615" y="4393232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895233" y="4398374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6" imgW="4572000" imgH="5791200" progId="Equation.DSMT4">
                  <p:embed/>
                </p:oleObj>
              </mc:Choice>
              <mc:Fallback>
                <p:oleObj name="Equation" r:id="rId16" imgW="4572000" imgH="57912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895233" y="4398374"/>
                        <a:ext cx="190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508778" y="4761803"/>
          <a:ext cx="2679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8" imgW="64312800" imgH="5791200" progId="Equation.DSMT4">
                  <p:embed/>
                </p:oleObj>
              </mc:Choice>
              <mc:Fallback>
                <p:oleObj name="Equation" r:id="rId18" imgW="64312800" imgH="57912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08778" y="4761803"/>
                        <a:ext cx="2679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3348897" y="4761803"/>
          <a:ext cx="2667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0" imgW="64008000" imgH="5791200" progId="Equation.DSMT4">
                  <p:embed/>
                </p:oleObj>
              </mc:Choice>
              <mc:Fallback>
                <p:oleObj name="Equation" r:id="rId20" imgW="64008000" imgH="57912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348897" y="4761803"/>
                        <a:ext cx="2667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6156132" y="4757316"/>
          <a:ext cx="2692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Equation" r:id="rId22" imgW="64617600" imgH="5791200" progId="Equation.DSMT4">
                  <p:embed/>
                </p:oleObj>
              </mc:Choice>
              <mc:Fallback>
                <p:oleObj name="Equation" r:id="rId22" imgW="64617600" imgH="5791200" progId="Equation.DSMT4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156132" y="4757316"/>
                        <a:ext cx="2692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1485996" y="5998297"/>
          <a:ext cx="698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24" imgW="16764000" imgH="5791200" progId="Equation.DSMT4">
                  <p:embed/>
                </p:oleObj>
              </mc:Choice>
              <mc:Fallback>
                <p:oleObj name="Equation" r:id="rId24" imgW="16764000" imgH="57912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485996" y="5998297"/>
                        <a:ext cx="698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4844874" y="5920057"/>
          <a:ext cx="227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Equation" r:id="rId26" imgW="54559200" imgH="10972800" progId="Equation.DSMT4">
                  <p:embed/>
                </p:oleObj>
              </mc:Choice>
              <mc:Fallback>
                <p:oleObj name="Equation" r:id="rId26" imgW="54559200" imgH="10972800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844874" y="5920057"/>
                        <a:ext cx="22733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表格 32"/>
          <p:cNvGraphicFramePr>
            <a:graphicFrameLocks noGrp="1"/>
          </p:cNvGraphicFramePr>
          <p:nvPr/>
        </p:nvGraphicFramePr>
        <p:xfrm>
          <a:off x="2879682" y="5111334"/>
          <a:ext cx="3384283" cy="691518"/>
        </p:xfrm>
        <a:graphic>
          <a:graphicData uri="http://schemas.openxmlformats.org/drawingml/2006/table">
            <a:tbl>
              <a:tblPr/>
              <a:tblGrid>
                <a:gridCol w="870765"/>
                <a:gridCol w="1256759"/>
                <a:gridCol w="1256759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参数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QUAD </a:t>
                      </a:r>
                      <a: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  <a:endParaRPr lang="zh-CN" altLang="en-US" sz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MIN/MAX </a:t>
                      </a:r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值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α</a:t>
                      </a:r>
                      <a:r>
                        <a:rPr lang="en-US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0.08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0.30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α</a:t>
                      </a:r>
                      <a:r>
                        <a:rPr lang="en-US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0.005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0.02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4440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控制算法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误差定义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其中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obs_term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是基于相位向量观测器的误差项，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spring_term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是基于偏压电压的弹簧项。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obs_term</a:t>
            </a: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推导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定义目标相位向量为                       ，观测器相位向量为                       。误差应度量两者之间的偏差。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取叉积投影：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当               ，            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时：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即误差正比于          ，在平衡点          处具有线性鉴相特性，且在            范围内具有唯一零交叉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保证全局收敛性（在单个    周期内）。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各工作点简化：</a:t>
            </a:r>
            <a:endParaRPr lang="zh-CN" altLang="en-US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549650" y="2060886"/>
          <a:ext cx="2044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2" imgW="49072800" imgH="4876800" progId="Equation.DSMT4">
                  <p:embed/>
                </p:oleObj>
              </mc:Choice>
              <mc:Fallback>
                <p:oleObj name="Equation" r:id="rId2" imgW="49072800" imgH="48768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49650" y="2060886"/>
                        <a:ext cx="2044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083652" y="3214462"/>
          <a:ext cx="1219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4" imgW="29260800" imgH="5791200" progId="Equation.DSMT4">
                  <p:embed/>
                </p:oleObj>
              </mc:Choice>
              <mc:Fallback>
                <p:oleObj name="Equation" r:id="rId4" imgW="29260800" imgH="5791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83652" y="3214462"/>
                        <a:ext cx="1219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899691" y="3207424"/>
          <a:ext cx="1206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6" imgW="28956000" imgH="6096000" progId="Equation.DSMT4">
                  <p:embed/>
                </p:oleObj>
              </mc:Choice>
              <mc:Fallback>
                <p:oleObj name="Equation" r:id="rId6" imgW="28956000" imgH="60960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99691" y="3207424"/>
                        <a:ext cx="1206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554388" y="3615218"/>
          <a:ext cx="2705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8" imgW="64922400" imgH="5791200" progId="Equation.DSMT4">
                  <p:embed/>
                </p:oleObj>
              </mc:Choice>
              <mc:Fallback>
                <p:oleObj name="Equation" r:id="rId8" imgW="64922400" imgH="57912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54388" y="3615218"/>
                        <a:ext cx="2705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83676" y="4010180"/>
          <a:ext cx="774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10" imgW="18592800" imgH="5486400" progId="Equation.DSMT4">
                  <p:embed/>
                </p:oleObj>
              </mc:Choice>
              <mc:Fallback>
                <p:oleObj name="Equation" r:id="rId10" imgW="18592800" imgH="54864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83676" y="4010180"/>
                        <a:ext cx="774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561998" y="4015251"/>
          <a:ext cx="800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Equation" r:id="rId12" imgW="19202400" imgH="5791200" progId="Equation.DSMT4">
                  <p:embed/>
                </p:oleObj>
              </mc:Choice>
              <mc:Fallback>
                <p:oleObj name="Equation" r:id="rId12" imgW="19202400" imgH="579120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61998" y="4015251"/>
                        <a:ext cx="800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771850" y="4010180"/>
          <a:ext cx="3429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Equation" r:id="rId14" imgW="82296000" imgH="5486400" progId="Equation.DSMT4">
                  <p:embed/>
                </p:oleObj>
              </mc:Choice>
              <mc:Fallback>
                <p:oleObj name="Equation" r:id="rId14" imgW="82296000" imgH="5486400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771850" y="4010180"/>
                        <a:ext cx="3429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567149" y="4419314"/>
          <a:ext cx="5207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Equation" r:id="rId16" imgW="12496800" imgH="4876800" progId="Equation.DSMT4">
                  <p:embed/>
                </p:oleObj>
              </mc:Choice>
              <mc:Fallback>
                <p:oleObj name="Equation" r:id="rId16" imgW="12496800" imgH="48768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67149" y="4419314"/>
                        <a:ext cx="5207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993142" y="4428235"/>
          <a:ext cx="469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Equation" r:id="rId18" imgW="11277600" imgH="4876800" progId="Equation.DSMT4">
                  <p:embed/>
                </p:oleObj>
              </mc:Choice>
              <mc:Fallback>
                <p:oleObj name="Equation" r:id="rId18" imgW="11277600" imgH="487680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2993142" y="4428235"/>
                        <a:ext cx="469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5663240" y="4423774"/>
          <a:ext cx="5715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Equation" r:id="rId20" imgW="13716000" imgH="4876800" progId="Equation.DSMT4">
                  <p:embed/>
                </p:oleObj>
              </mc:Choice>
              <mc:Fallback>
                <p:oleObj name="Equation" r:id="rId20" imgW="13716000" imgH="487680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663240" y="4423774"/>
                        <a:ext cx="5715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2099898" y="4727769"/>
          <a:ext cx="177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" name="Equation" r:id="rId22" imgW="4267200" imgH="5486400" progId="Equation.DSMT4">
                  <p:embed/>
                </p:oleObj>
              </mc:Choice>
              <mc:Fallback>
                <p:oleObj name="Equation" r:id="rId22" imgW="4267200" imgH="5486400" progId="Equation.DSMT4">
                  <p:embed/>
                  <p:pic>
                    <p:nvPicPr>
                      <p:cNvPr id="0" name="图片 2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099898" y="4727769"/>
                        <a:ext cx="177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1722535" y="5374042"/>
          <a:ext cx="5698930" cy="1152530"/>
        </p:xfrm>
        <a:graphic>
          <a:graphicData uri="http://schemas.openxmlformats.org/drawingml/2006/table">
            <a:tbl>
              <a:tblPr/>
              <a:tblGrid>
                <a:gridCol w="1139786"/>
                <a:gridCol w="1139786"/>
                <a:gridCol w="1139786"/>
                <a:gridCol w="1139786"/>
                <a:gridCol w="113978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工作点</a:t>
                      </a:r>
                      <a:endParaRPr lang="zh-CN" altLang="en-US" sz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sin</a:t>
                      </a:r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cos</a:t>
                      </a:r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obs_term_raw</a:t>
                      </a:r>
                      <a:endParaRPr lang="en-US" sz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QUAD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π</a:t>
                      </a:r>
                      <a:r>
                        <a:rPr lang="el-GR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/2</a:t>
                      </a:r>
                      <a:endParaRPr lang="el-GR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obs</a:t>
                      </a:r>
                      <a:r>
                        <a:rPr lang="en-US" sz="1200" i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y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</a:t>
                      </a:r>
                      <a:endParaRPr lang="en-US" sz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</a:t>
                      </a:r>
                      <a:r>
                        <a:rPr lang="en-US" sz="1200" i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obs</a:t>
                      </a:r>
                      <a:r>
                        <a:rPr lang="en-US" sz="1200" i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</a:t>
                      </a:r>
                      <a:endParaRPr lang="en-US" sz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π</a:t>
                      </a:r>
                      <a:endParaRPr lang="el-GR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2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−1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i="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obs</a:t>
                      </a:r>
                      <a:r>
                        <a:rPr lang="en-US" sz="1200" i="1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CUSTOM </a:t>
                      </a:r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sin</a:t>
                      </a:r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cos</a:t>
                      </a:r>
                      <a:r>
                        <a:rPr lang="el-GR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φ</a:t>
                      </a:r>
                      <a:r>
                        <a:rPr lang="en-US" sz="1200" i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</a:t>
                      </a:r>
                      <a:r>
                        <a:rPr 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​</a:t>
                      </a:r>
                      <a:endParaRPr 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完整公式</a:t>
                      </a:r>
                      <a:endParaRPr lang="zh-CN" altLang="en-US" sz="12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7625" marR="47625" marT="23813" marB="238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2267808" y="126882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95652" y="980796"/>
            <a:ext cx="8496708" cy="588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控制算法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b="1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spring_term</a:t>
            </a:r>
            <a:r>
              <a:rPr lang="en-US" altLang="zh-CN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推导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QUAD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附近，       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使得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obs_term_raw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被噪声主导。纯积分控制在噪声主导时会随机游走（积分器累积噪声偏置）。电压弹簧提供一个不依赖光信号的恢复力：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其中：           为弹簧刚度；                 为权重函数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QUAD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：弹簧全力工作，因为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obs_term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由噪声主导。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MIN/MAX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：弹簧权重为零，完全由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obs_term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控制。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CUSTOM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：弹簧强度连续过渡，越接近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QUAD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弹簧越强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b="1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弹簧时间常数</a:t>
            </a:r>
            <a:endParaRPr lang="en-US" altLang="zh-CN" sz="1400" b="1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将弹簧线性化后，假设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obs_term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= 0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PI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积分器方程为：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这是一阶线性差分方程，衰减率                     。在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QUAD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      ）处：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即偏压从任意初始位置指数衰减到       ，时间常数约 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 s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。这比 </a:t>
            </a:r>
            <a:r>
              <a:rPr lang="en-US" altLang="zh-CN" sz="1400" dirty="0" err="1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obs_dc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EMA 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的时间常数（</a:t>
            </a:r>
            <a:r>
              <a:rPr lang="en-US" altLang="zh-CN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0.4 s</a:t>
            </a:r>
            <a:r>
              <a:rPr lang="zh-CN" altLang="en-US" sz="1400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）慢得多，是稳定性设计的关键约束。</a:t>
            </a:r>
            <a:endParaRPr lang="en-US" altLang="zh-CN" sz="1400" dirty="0">
              <a:solidFill>
                <a:srgbClr val="333333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"/>
            </p:custDataLst>
          </p:nvPr>
        </p:nvSpPr>
        <p:spPr>
          <a:xfrm>
            <a:off x="2966892" y="-88171"/>
            <a:ext cx="5370440" cy="74251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3200"/>
            </a:lvl1pPr>
          </a:lstStyle>
          <a:p>
            <a:pPr lvl="0">
              <a:defRPr/>
            </a:pPr>
            <a:r>
              <a:rPr lang="zh-CN" altLang="en-US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微小信号处理电路设计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1781253" y="2033634"/>
          <a:ext cx="52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Equation" r:id="rId2" imgW="12496800" imgH="5486400" progId="Equation.DSMT4">
                  <p:embed/>
                </p:oleObj>
              </mc:Choice>
              <mc:Fallback>
                <p:oleObj name="Equation" r:id="rId2" imgW="12496800" imgH="5486400" progId="Equation.DSMT4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81253" y="2033634"/>
                        <a:ext cx="520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3352800" y="2608811"/>
          <a:ext cx="2438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Equation" r:id="rId4" imgW="58521600" imgH="10972800" progId="Equation.DSMT4">
                  <p:embed/>
                </p:oleObj>
              </mc:Choice>
              <mc:Fallback>
                <p:oleObj name="Equation" r:id="rId4" imgW="58521600" imgH="10972800" progId="Equation.DSMT4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52800" y="2608811"/>
                        <a:ext cx="24384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971700" y="3140976"/>
          <a:ext cx="635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Equation" r:id="rId6" imgW="15240000" imgH="5486400" progId="Equation.DSMT4">
                  <p:embed/>
                </p:oleObj>
              </mc:Choice>
              <mc:Fallback>
                <p:oleObj name="Equation" r:id="rId6" imgW="15240000" imgH="54864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71700" y="3140976"/>
                        <a:ext cx="635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2637397" y="3123815"/>
          <a:ext cx="914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Equation" r:id="rId8" imgW="21945600" imgH="5791200" progId="Equation.DSMT4">
                  <p:embed/>
                </p:oleObj>
              </mc:Choice>
              <mc:Fallback>
                <p:oleObj name="Equation" r:id="rId8" imgW="21945600" imgH="57912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37397" y="3123815"/>
                        <a:ext cx="914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790773" y="3282838"/>
          <a:ext cx="2917514" cy="669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Equation" r:id="rId10" imgW="74371200" imgH="17068800" progId="Equation.DSMT4">
                  <p:embed/>
                </p:oleObj>
              </mc:Choice>
              <mc:Fallback>
                <p:oleObj name="Equation" r:id="rId10" imgW="74371200" imgH="170688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90773" y="3282838"/>
                        <a:ext cx="2917514" cy="6695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2197556" y="5311354"/>
          <a:ext cx="47371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Equation" r:id="rId12" imgW="113690400" imgH="10972800" progId="Equation.DSMT4">
                  <p:embed/>
                </p:oleObj>
              </mc:Choice>
              <mc:Fallback>
                <p:oleObj name="Equation" r:id="rId12" imgW="113690400" imgH="109728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97556" y="5311354"/>
                        <a:ext cx="47371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2976385" y="5838430"/>
          <a:ext cx="1092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Equation" r:id="rId14" imgW="26212800" imgH="5486400" progId="Equation.DSMT4">
                  <p:embed/>
                </p:oleObj>
              </mc:Choice>
              <mc:Fallback>
                <p:oleObj name="Equation" r:id="rId14" imgW="26212800" imgH="548640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976385" y="5838430"/>
                        <a:ext cx="1092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5169024" y="5857782"/>
          <a:ext cx="355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Equation" r:id="rId16" imgW="8534400" imgH="4267200" progId="Equation.DSMT4">
                  <p:embed/>
                </p:oleObj>
              </mc:Choice>
              <mc:Fallback>
                <p:oleObj name="Equation" r:id="rId16" imgW="8534400" imgH="426720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169024" y="5857782"/>
                        <a:ext cx="355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6129324" y="5756947"/>
          <a:ext cx="2489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Equation" r:id="rId18" imgW="59740800" imgH="10363200" progId="Equation.DSMT4">
                  <p:embed/>
                </p:oleObj>
              </mc:Choice>
              <mc:Fallback>
                <p:oleObj name="Equation" r:id="rId18" imgW="59740800" imgH="1036320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129324" y="5756947"/>
                        <a:ext cx="2489200" cy="431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3178965" y="6229064"/>
          <a:ext cx="330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Equation" r:id="rId20" imgW="7924800" imgH="5791200" progId="Equation.DSMT4">
                  <p:embed/>
                </p:oleObj>
              </mc:Choice>
              <mc:Fallback>
                <p:oleObj name="Equation" r:id="rId20" imgW="7924800" imgH="5791200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178965" y="6229064"/>
                        <a:ext cx="330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012281" y="2420916"/>
            <a:ext cx="3119438" cy="6176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谢谢！</a:t>
            </a:r>
            <a:endParaRPr kumimoji="0" lang="zh-CN" altLang="en-US" sz="6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131719" y="4581096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90204"/>
                <a:ea typeface="微软雅黑" panose="020B0503020204020204" pitchFamily="34" charset="-122"/>
                <a:cs typeface="+mn-cs"/>
              </a:rPr>
              <a:t>汇报人：张新科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8.xml><?xml version="1.0" encoding="utf-8"?>
<p:tagLst xmlns:p="http://schemas.openxmlformats.org/presentationml/2006/main">
  <p:tag name="KSO_WPP_MARK_KEY" val="c81fe2d5-3cd0-4632-a2c0-e7584dcaf0e5"/>
  <p:tag name="COMMONDATA" val="eyJoZGlkIjoiOWEyODJkYmY0MGJhZDE3NjViMDVlYTEwNTc1ZTg3NTQ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en-US" altLang="zh-CN" sz="3600" b="1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6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5354</Words>
  <Application>WPS 演示</Application>
  <PresentationFormat>全屏显示(4:3)</PresentationFormat>
  <Paragraphs>389</Paragraphs>
  <Slides>17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9</vt:i4>
      </vt:variant>
      <vt:variant>
        <vt:lpstr>嵌入 OLE 服务器</vt:lpstr>
      </vt:variant>
      <vt:variant>
        <vt:i4>152</vt:i4>
      </vt:variant>
      <vt:variant>
        <vt:lpstr>幻灯片标题</vt:lpstr>
      </vt:variant>
      <vt:variant>
        <vt:i4>17</vt:i4>
      </vt:variant>
    </vt:vector>
  </HeadingPairs>
  <TitlesOfParts>
    <vt:vector size="193" baseType="lpstr">
      <vt:lpstr>Arial</vt:lpstr>
      <vt:lpstr>宋体</vt:lpstr>
      <vt:lpstr>Wingdings</vt:lpstr>
      <vt:lpstr>Calibri</vt:lpstr>
      <vt:lpstr>Helvetica Neue</vt:lpstr>
      <vt:lpstr>汉仪书宋二KW</vt:lpstr>
      <vt:lpstr>Times New Roman</vt:lpstr>
      <vt:lpstr>PMingLiU</vt:lpstr>
      <vt:lpstr>宋体-繁</vt:lpstr>
      <vt:lpstr>微软雅黑</vt:lpstr>
      <vt:lpstr>Wingdings</vt:lpstr>
      <vt:lpstr>Microsoft yahei</vt:lpstr>
      <vt:lpstr>宋体</vt:lpstr>
      <vt:lpstr>Arial Unicode MS</vt:lpstr>
      <vt:lpstr>Arial</vt:lpstr>
      <vt:lpstr>Office 主题</vt:lpstr>
      <vt:lpstr>1_Office 主题</vt:lpstr>
      <vt:lpstr>2_Office 主题</vt:lpstr>
      <vt:lpstr>3_主题</vt:lpstr>
      <vt:lpstr>3_Office 主题</vt:lpstr>
      <vt:lpstr>4_Office 主题</vt:lpstr>
      <vt:lpstr>5_Office 主题</vt:lpstr>
      <vt:lpstr>Office 主题​​</vt:lpstr>
      <vt:lpstr>6_Office 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Lenovo</dc:creator>
  <cp:lastModifiedBy>张新科</cp:lastModifiedBy>
  <cp:revision>988</cp:revision>
  <dcterms:created xsi:type="dcterms:W3CDTF">2026-04-18T01:54:09Z</dcterms:created>
  <dcterms:modified xsi:type="dcterms:W3CDTF">2026-04-18T01:54:09Z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KSORubyTemplateID">
    <vt:lpwstr>2</vt:lpwstr>
  </property>
  <property fmtid="{D5CDD505-2E9C-101B-9397-08002B2CF9AE}" pid="4" name="ICV">
    <vt:lpwstr>90893D090B6E4F39B6771B088060E365_13</vt:lpwstr>
  </property>
</Properties>
</file>